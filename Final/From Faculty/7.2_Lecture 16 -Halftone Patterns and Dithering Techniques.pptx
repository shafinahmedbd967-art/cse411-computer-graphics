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0972800"/>
  <p:notesSz cx="8229600" cy="146304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hRKfl3tEDPzjp3Zrq3pEbfoUk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822960" y="1346836"/>
            <a:ext cx="932688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4322446"/>
            <a:ext cx="82296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748666" y="2051688"/>
            <a:ext cx="9464040" cy="3423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748666" y="5507358"/>
            <a:ext cx="9464040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754380" y="2190750"/>
            <a:ext cx="46634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5554980" y="2190750"/>
            <a:ext cx="46634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755809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755810" y="2017396"/>
            <a:ext cx="4642008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5" name="Google Shape;45;p19"/>
          <p:cNvSpPr txBox="1"/>
          <p:nvPr>
            <p:ph idx="2" type="body"/>
          </p:nvPr>
        </p:nvSpPr>
        <p:spPr>
          <a:xfrm>
            <a:off x="755810" y="3006090"/>
            <a:ext cx="4642008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3" type="body"/>
          </p:nvPr>
        </p:nvSpPr>
        <p:spPr>
          <a:xfrm>
            <a:off x="5554981" y="2017396"/>
            <a:ext cx="4664869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7" name="Google Shape;47;p19"/>
          <p:cNvSpPr txBox="1"/>
          <p:nvPr>
            <p:ph idx="4" type="body"/>
          </p:nvPr>
        </p:nvSpPr>
        <p:spPr>
          <a:xfrm>
            <a:off x="5554981" y="3006090"/>
            <a:ext cx="4664869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755809" y="548640"/>
            <a:ext cx="353901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4664869" y="1184912"/>
            <a:ext cx="555498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840"/>
              <a:buChar char="•"/>
              <a:defRPr sz="3840"/>
            </a:lvl1pPr>
            <a:lvl2pPr indent="-44196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755809" y="2468880"/>
            <a:ext cx="353901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755809" y="548640"/>
            <a:ext cx="353901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/>
          <p:nvPr>
            <p:ph idx="2" type="pic"/>
          </p:nvPr>
        </p:nvSpPr>
        <p:spPr>
          <a:xfrm>
            <a:off x="4664869" y="1184912"/>
            <a:ext cx="5554980" cy="584835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755809" y="2468880"/>
            <a:ext cx="353901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2875597" y="69533"/>
            <a:ext cx="5221606" cy="946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 rot="5400000">
            <a:off x="5548313" y="2742248"/>
            <a:ext cx="697420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 rot="5400000">
            <a:off x="747713" y="444818"/>
            <a:ext cx="6974206" cy="6960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80"/>
              <a:buFont typeface="Calibri"/>
              <a:buNone/>
              <a:defRPr b="0" i="0" sz="5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b="0" i="0" sz="3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576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576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2204758" y="1662545"/>
            <a:ext cx="6563280" cy="16207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rmAutofit fontScale="250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n-US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i="0" lang="en-US" sz="4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Halftone Patterns &amp; Dithering Techniques</a:t>
            </a:r>
            <a:br>
              <a:rPr b="1" i="0" lang="en-US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Lecture-</a:t>
            </a:r>
            <a:r>
              <a:rPr b="1" lang="en-US" sz="9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br>
              <a:rPr b="0" i="0" lang="en-US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14649" y="5580120"/>
            <a:ext cx="5143500" cy="1620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52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Md. Mahabul Alom Santo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University, DIU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668" y="605641"/>
            <a:ext cx="2085463" cy="1056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7313" y="3567141"/>
            <a:ext cx="3678171" cy="2229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589718" y="857869"/>
            <a:ext cx="5507296" cy="53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38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a Halftone Pattern?</a:t>
            </a:r>
            <a:endParaRPr b="0" i="0" sz="3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17" y="2222405"/>
            <a:ext cx="5268830" cy="353656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6317673" y="2093007"/>
            <a:ext cx="3037960" cy="377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Definition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317673" y="2592178"/>
            <a:ext cx="4059785" cy="1527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Halftone patterns simulate continuous tones using black dots of varying sizes on white paper. This technique is essential when working with devices that can only produce binary outputs (on/off, black/white).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317673" y="4393789"/>
            <a:ext cx="2254827" cy="232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How It 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17672" y="4767786"/>
            <a:ext cx="4059785" cy="99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3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a distance, your eye blends the dots into smooth shades of gray. Larger dots = darker areas. Smaller dots = lighter areas.</a:t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595343" y="1491036"/>
            <a:ext cx="4387334" cy="53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8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Halftone Applications</a:t>
            </a:r>
            <a:endParaRPr sz="3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43" y="2631656"/>
            <a:ext cx="425232" cy="4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595343" y="3269503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Newspaper Printing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95343" y="3637318"/>
            <a:ext cx="4784705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Black ink creates grayscale images through dot patterns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663" y="2631656"/>
            <a:ext cx="425232" cy="4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5592664" y="3269503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Magazines &amp; Comics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592663" y="3637318"/>
            <a:ext cx="4784795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Colour separation using cyan, magenta, yellow, and black dots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343" y="4249715"/>
            <a:ext cx="425232" cy="4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595343" y="4887562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Laser Printers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5343" y="5255377"/>
            <a:ext cx="4784705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Desktop printing technology for documents and photos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663" y="4249715"/>
            <a:ext cx="425232" cy="4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5592664" y="4887562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Screen Printing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592663" y="5255377"/>
            <a:ext cx="4784795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Transferring images to fabric, posters, and merchandise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696" y="2105442"/>
            <a:ext cx="4114800" cy="45638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595343" y="1573858"/>
            <a:ext cx="5667316" cy="106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8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Halftone Pattern Classification</a:t>
            </a:r>
            <a:endParaRPr sz="3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95343" y="2892147"/>
            <a:ext cx="2748558" cy="1932831"/>
          </a:xfrm>
          <a:prstGeom prst="roundRect">
            <a:avLst>
              <a:gd fmla="val 132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453" y="3062257"/>
            <a:ext cx="510332" cy="510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827" y="3202543"/>
            <a:ext cx="229583" cy="2295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765453" y="3742700"/>
            <a:ext cx="2282607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Amplitude Modulation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65453" y="4110514"/>
            <a:ext cx="2408337" cy="54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Dot size varies, spacing stays fixed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514012" y="2892147"/>
            <a:ext cx="2748647" cy="1932831"/>
          </a:xfrm>
          <a:prstGeom prst="roundRect">
            <a:avLst>
              <a:gd fmla="val 132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4121" y="3062257"/>
            <a:ext cx="510332" cy="510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24496" y="3202543"/>
            <a:ext cx="229583" cy="2295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3684122" y="3742700"/>
            <a:ext cx="2277338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Frequency Modulation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684122" y="4110514"/>
            <a:ext cx="2408426" cy="54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Dot spacing varies, size stays fixed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95343" y="4995089"/>
            <a:ext cx="5667316" cy="1660654"/>
          </a:xfrm>
          <a:prstGeom prst="roundRect">
            <a:avLst>
              <a:gd fmla="val 153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453" y="5165199"/>
            <a:ext cx="510332" cy="510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827" y="5305484"/>
            <a:ext cx="229583" cy="22958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765454" y="5845641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Hybrid Methods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65453" y="6213456"/>
            <a:ext cx="5327095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Combines both amplitude and frequency modulation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562347" y="1729115"/>
            <a:ext cx="4017556" cy="502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Dithering?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62393" y="2493614"/>
            <a:ext cx="2008733" cy="25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Definition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62392" y="2896522"/>
            <a:ext cx="4924008" cy="1657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Dithering is a technique that creates the illusion of more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colours by strategically placing pixels of available colours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next to each other. Unlike halftone patterns that use varying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dot sizes, dithering uses a fixed grid of pixels, mixing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available colours to simulate unavailable ones through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visual blending.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62392" y="4690496"/>
            <a:ext cx="2008733" cy="251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Use Dithering?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62347" y="5078432"/>
            <a:ext cx="4017556" cy="1159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"/>
              <a:buChar char="•"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Smooth gradients with fewer colours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"/>
              <a:buChar char="•"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Reduce visible colour steps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"/>
              <a:buChar char="•"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Create realistic textures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"/>
              <a:buChar char="•"/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Improve image quality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770" y="2383907"/>
            <a:ext cx="4924008" cy="3571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844725" y="2281826"/>
            <a:ext cx="4283125" cy="53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8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Halftone vs Dithering</a:t>
            </a:r>
            <a:endParaRPr sz="3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725" y="3153631"/>
            <a:ext cx="3260675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1014836" y="4004183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Halftone Patterns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014836" y="4371998"/>
            <a:ext cx="2920454" cy="1267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Physical printing process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Large dot patterns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Amplitude modulation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Printer-focused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400" y="3153631"/>
            <a:ext cx="3260675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4275511" y="4004183"/>
            <a:ext cx="2126426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Key Difference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275511" y="4371998"/>
            <a:ext cx="2920454" cy="816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3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Halftone uses physical dot placement for printing; dithering uses pixel-level noise for digital displays.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076" y="3153631"/>
            <a:ext cx="3260675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7536186" y="4004183"/>
            <a:ext cx="2163038" cy="26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Dithering Techniques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536186" y="4371998"/>
            <a:ext cx="2920454" cy="1267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Screen-based rendering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Pixel-level manipulation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Error diffusion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13"/>
              <a:buFont typeface="Roboto"/>
              <a:buChar char="•"/>
            </a:pPr>
            <a:r>
              <a:rPr lang="en-US" sz="1313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Display-focused</a:t>
            </a:r>
            <a:endParaRPr sz="13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1389495" y="2312613"/>
            <a:ext cx="1757095" cy="219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Halftoning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494" y="2612253"/>
            <a:ext cx="3927188" cy="217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1389494" y="4869201"/>
            <a:ext cx="392718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Regular, geometric dot patterns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Predictable spacing and arrangement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Excellent for printing applications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Classic newspaper appearance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391727" y="2308843"/>
            <a:ext cx="1757095" cy="219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Dithering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727" y="2610368"/>
            <a:ext cx="3687455" cy="217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391727" y="4869201"/>
            <a:ext cx="3336920" cy="1275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More randomised, noise-like patterns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Irregular dot distribution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Better for digital displays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Reduced visible patterning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89494" y="1344911"/>
            <a:ext cx="6017717" cy="3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8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Visual Comparison: Halftoning vs Dithering</a:t>
            </a:r>
            <a:endParaRPr sz="22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5857" y="465571"/>
            <a:ext cx="1828397" cy="89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2026-03-06T15:35:59Z</dcterms:created>
</cp:coreProperties>
</file>
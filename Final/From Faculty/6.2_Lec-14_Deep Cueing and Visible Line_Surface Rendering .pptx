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8229600" cx="10972800"/>
  <p:notesSz cx="8229600" cy="146304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VoK9oGjLF93uDzxLC+SfSZo/w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822960" y="1346836"/>
            <a:ext cx="932688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4322446"/>
            <a:ext cx="82296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48666" y="2051688"/>
            <a:ext cx="9464040" cy="3423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48666" y="5507358"/>
            <a:ext cx="9464040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754380" y="2190750"/>
            <a:ext cx="46634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5554980" y="2190750"/>
            <a:ext cx="46634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755809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755810" y="2017396"/>
            <a:ext cx="4642008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755810" y="3006090"/>
            <a:ext cx="4642008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5554981" y="2017396"/>
            <a:ext cx="4664869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5554981" y="3006090"/>
            <a:ext cx="4664869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755809" y="548640"/>
            <a:ext cx="353901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4664869" y="1184912"/>
            <a:ext cx="555498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840"/>
              <a:buChar char="•"/>
              <a:defRPr sz="3840"/>
            </a:lvl1pPr>
            <a:lvl2pPr indent="-44196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755809" y="2468880"/>
            <a:ext cx="353901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755809" y="548640"/>
            <a:ext cx="353901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4664869" y="1184912"/>
            <a:ext cx="5554980" cy="584835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755809" y="2468880"/>
            <a:ext cx="353901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875597" y="69533"/>
            <a:ext cx="5221606" cy="946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5548313" y="2742248"/>
            <a:ext cx="6974206" cy="23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747713" y="444818"/>
            <a:ext cx="6974206" cy="6960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754380" y="438152"/>
            <a:ext cx="946404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80"/>
              <a:buFont typeface="Calibri"/>
              <a:buNone/>
              <a:defRPr b="0" i="0" sz="52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b="0" i="0" sz="33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576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576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75438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634740" y="7627622"/>
            <a:ext cx="370332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7749540" y="7627622"/>
            <a:ext cx="246888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858982" y="1662545"/>
            <a:ext cx="9144000" cy="162077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rmAutofit fontScale="25000"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n-US" sz="1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1" i="0" lang="en-US" sz="4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Cueing and Visible Line/Surface Identification</a:t>
            </a:r>
            <a:br>
              <a:rPr b="1" i="0" lang="en-US" sz="8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Lecture-</a:t>
            </a:r>
            <a:r>
              <a:rPr b="1" lang="en-US" sz="9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br>
              <a:rPr b="0" i="0" lang="en-US" sz="6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14649" y="5580120"/>
            <a:ext cx="5143500" cy="16207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52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Md. Mahabul Alom Santo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Lecturer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Daffodil International University, DIU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668" y="605641"/>
            <a:ext cx="2085463" cy="1056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7864" y="3049443"/>
            <a:ext cx="3682231" cy="276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595342" y="1311298"/>
            <a:ext cx="4537442" cy="53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8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Depth Cueing?</a:t>
            </a:r>
            <a:endParaRPr b="1" i="0" sz="33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595342" y="2538383"/>
            <a:ext cx="4891200" cy="50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Cueing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technique in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graphics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to show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(depth)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 scene. </a:t>
            </a:r>
            <a:r>
              <a:rPr b="0" i="0" lang="en-US" sz="2000" u="none" cap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Our brains use visual clues—such as relative size, overlapping objects, and perspective—to interpret distance and spatial relationships.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1521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Imagine you are looking at trees on a long road </a:t>
            </a:r>
            <a:endParaRPr/>
          </a:p>
          <a:p>
            <a:pPr indent="-1270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trees near you look dark and clear.</a:t>
            </a:r>
            <a:endParaRPr/>
          </a:p>
          <a:p>
            <a:pPr indent="-12700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trees far away look lighter and less clear.</a:t>
            </a:r>
            <a:endParaRPr/>
          </a:p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13" u="none" cap="none" strike="noStrike">
              <a:solidFill>
                <a:srgbClr val="15213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62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7509" y="2327792"/>
            <a:ext cx="4335575" cy="4183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3273" y="314695"/>
            <a:ext cx="1759527" cy="86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875112" y="1951777"/>
            <a:ext cx="4010447" cy="2760868"/>
          </a:xfrm>
          <a:prstGeom prst="roundRect">
            <a:avLst>
              <a:gd fmla="val 11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932" y="2202256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/>
          <p:nvPr/>
        </p:nvSpPr>
        <p:spPr>
          <a:xfrm>
            <a:off x="1012363" y="2294901"/>
            <a:ext cx="3762193" cy="367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02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521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Realistic Visuals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012362" y="2712607"/>
            <a:ext cx="3374434" cy="1764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They help us see and understand three-dimensional shapes and spatial relationships from two-dimensional drawings or images.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433076" y="1937537"/>
            <a:ext cx="4207593" cy="2760868"/>
          </a:xfrm>
          <a:prstGeom prst="roundRect">
            <a:avLst>
              <a:gd fmla="val 11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3394" y="3309623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5674681" y="2188016"/>
            <a:ext cx="3485268" cy="408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6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521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Understanding</a:t>
            </a:r>
            <a:b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5674681" y="2698368"/>
            <a:ext cx="3790068" cy="20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Enables viewers to grasp complex spatial arrangements, object positions, and distances more intuitively than a flat image alone could convey.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63556" y="897119"/>
            <a:ext cx="5934226" cy="65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6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Where use Depth Cueing?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050094" y="5057295"/>
            <a:ext cx="4765964" cy="2355272"/>
          </a:xfrm>
          <a:prstGeom prst="roundRect">
            <a:avLst>
              <a:gd fmla="val 11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867" y="5359779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/>
          <p:nvPr/>
        </p:nvSpPr>
        <p:spPr>
          <a:xfrm>
            <a:off x="3948400" y="5245256"/>
            <a:ext cx="2773149" cy="367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strike="noStrike">
                <a:solidFill>
                  <a:srgbClr val="1521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Games &amp; VR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188640" y="5828952"/>
            <a:ext cx="4765964" cy="1462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Unity and Unreal automatically apply depth cueing to improve depth perception in fast-moving scenes.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3273" y="328550"/>
            <a:ext cx="1759527" cy="86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595342" y="728221"/>
            <a:ext cx="5667316" cy="106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8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is Visible Line/Surface Identification?</a:t>
            </a:r>
            <a:endParaRPr sz="3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595342" y="1992179"/>
            <a:ext cx="9573900" cy="6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This technique determines which edges and faces of a 3-D model are actually visible from the camera's viewpoint, ensuring realistic rendering.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Clearly delineates the edges (lines) and faces (surfaces) of objects within a three-dimensional representation, establishing where forms begin and end.</a:t>
            </a:r>
            <a:endParaRPr b="1" i="0" sz="2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257B8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How It Works</a:t>
            </a:r>
            <a:endParaRPr b="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Back-Face Culling:</a:t>
            </a:r>
            <a:r>
              <a:rPr b="0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checks the direction of a surface. If the surface is facing away from the viewer, it is not drawn because it cannot be seen.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Z-Buffer:</a:t>
            </a:r>
            <a:r>
              <a:rPr b="0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pixel keeps a depth value (distance). When a new pixel appears, the system compares the depth and shows only the closest one.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Scan-line optimisation:</a:t>
            </a:r>
            <a:r>
              <a:rPr b="0" i="0" lang="en-US" sz="2200" u="none" strike="noStrike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GPUs divide the screen into small blocks (tiles) and check depth for each block. This reduces memory use and makes rendering faster.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3273" y="328550"/>
            <a:ext cx="1759527" cy="86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7164" y="1114357"/>
            <a:ext cx="4114800" cy="688224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480596" y="1224289"/>
            <a:ext cx="5747951" cy="429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Do We Use These Techniques?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80596" y="2093988"/>
            <a:ext cx="2892951" cy="3087612"/>
          </a:xfrm>
          <a:prstGeom prst="roundRect">
            <a:avLst>
              <a:gd fmla="val 11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164" y="2933760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577740" y="2498952"/>
            <a:ext cx="2658557" cy="62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Understanding 3D 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17845" y="3119050"/>
            <a:ext cx="2618453" cy="1854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They help us see and understand three-dimensional shapes and spatial relationships from 2D images.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484365" y="2093988"/>
            <a:ext cx="2893040" cy="3087612"/>
          </a:xfrm>
          <a:prstGeom prst="roundRect">
            <a:avLst>
              <a:gd fmla="val 1100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4932" y="2933760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3571385" y="2459194"/>
            <a:ext cx="2618541" cy="724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Creating Realism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621614" y="2869236"/>
            <a:ext cx="2618542" cy="19105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Artists and designers use these techniques to make their work look more lifelike and believable to viewers.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15267" y="5460030"/>
            <a:ext cx="5896808" cy="2133437"/>
          </a:xfrm>
          <a:prstGeom prst="roundRect">
            <a:avLst>
              <a:gd fmla="val 139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6529" y="6062008"/>
            <a:ext cx="185291" cy="18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617845" y="5900658"/>
            <a:ext cx="3302378" cy="31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0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5213F"/>
                </a:solidFill>
                <a:latin typeface="Calibri"/>
                <a:ea typeface="Calibri"/>
                <a:cs typeface="Calibri"/>
                <a:sym typeface="Calibri"/>
              </a:rPr>
              <a:t>Clear Communication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73210" y="6373110"/>
            <a:ext cx="5622310" cy="1216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 engineering and architecture, these visual cues are vital for communicating design intentions clearly and accurately.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13273" y="328550"/>
            <a:ext cx="1759527" cy="862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2026-03-12T15:58:29Z</dcterms:created>
</cp:coreProperties>
</file>
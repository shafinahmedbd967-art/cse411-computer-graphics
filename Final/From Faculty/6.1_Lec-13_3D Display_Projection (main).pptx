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2" r:id="rId5"/>
    <p:sldMasterId id="214748367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Lst>
  <p:sldSz cy="6858000" cx="9144000"/>
  <p:notesSz cx="7559675" cy="106918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5" roundtripDataSignature="AMtx7mi0n3eEz2xFg1Mx+/0pQn4xxYHsv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20" Type="http://schemas.openxmlformats.org/officeDocument/2006/relationships/slide" Target="slides/slide13.xml"/><Relationship Id="rId42" Type="http://schemas.openxmlformats.org/officeDocument/2006/relationships/slide" Target="slides/slide35.xml"/><Relationship Id="rId41" Type="http://schemas.openxmlformats.org/officeDocument/2006/relationships/slide" Target="slides/slide34.xml"/><Relationship Id="rId22" Type="http://schemas.openxmlformats.org/officeDocument/2006/relationships/slide" Target="slides/slide15.xml"/><Relationship Id="rId44" Type="http://schemas.openxmlformats.org/officeDocument/2006/relationships/slide" Target="slides/slide37.xml"/><Relationship Id="rId21" Type="http://schemas.openxmlformats.org/officeDocument/2006/relationships/slide" Target="slides/slide14.xml"/><Relationship Id="rId43" Type="http://schemas.openxmlformats.org/officeDocument/2006/relationships/slide" Target="slides/slide36.xml"/><Relationship Id="rId24" Type="http://schemas.openxmlformats.org/officeDocument/2006/relationships/slide" Target="slides/slide17.xml"/><Relationship Id="rId23" Type="http://schemas.openxmlformats.org/officeDocument/2006/relationships/slide" Target="slides/slide16.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2.xml"/><Relationship Id="rId6" Type="http://schemas.openxmlformats.org/officeDocument/2006/relationships/slideMaster" Target="slideMasters/slideMaster3.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slide" Target="slides/slide32.xml"/><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55950" y="5078600"/>
            <a:ext cx="6047725" cy="48113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d417e68e76_1_0:notes"/>
          <p:cNvSpPr/>
          <p:nvPr>
            <p:ph idx="2" type="sldImg"/>
          </p:nvPr>
        </p:nvSpPr>
        <p:spPr>
          <a:xfrm>
            <a:off x="2497946" y="1336475"/>
            <a:ext cx="2563800" cy="3607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69" name="Google Shape;169;g3d417e68e76_1_0:notes"/>
          <p:cNvSpPr txBox="1"/>
          <p:nvPr>
            <p:ph idx="1" type="body"/>
          </p:nvPr>
        </p:nvSpPr>
        <p:spPr>
          <a:xfrm>
            <a:off x="756484" y="5144945"/>
            <a:ext cx="6046800" cy="4210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g3d417e68e76_1_0:notes"/>
          <p:cNvSpPr txBox="1"/>
          <p:nvPr>
            <p:ph idx="12" type="sldNum"/>
          </p:nvPr>
        </p:nvSpPr>
        <p:spPr>
          <a:xfrm>
            <a:off x="4282009" y="10156727"/>
            <a:ext cx="3276300" cy="5349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d417e68e76_1_121: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g3d417e68e76_1_121: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d417e68e76_1_11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g3d417e68e76_1_11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8: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8: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d417e68e76_1_13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g3d417e68e76_1_13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d417e68e76_1_14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d417e68e76_1_14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d417e68e76_1_148: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d417e68e76_1_148: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d41a1cf864_0_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g3d41a1cf864_0_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41a1cf864_0_12: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g3d41a1cf864_0_12: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d41a1cf864_0_1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g3d41a1cf864_0_1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d41a1cf864_0_30: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g3d41a1cf864_0_30: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1: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1: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3: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4: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4: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5: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1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7: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d41a1cf864_0_4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g3d41a1cf864_0_4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19: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0: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0: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2: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2: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41a1cf864_0_7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g3d41a1cf864_0_7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d41a1cf864_0_89: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d41a1cf864_0_89: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41a1cf864_0_9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g3d41a1cf864_0_9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g3d41a1cf864_0_107: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g3d41a1cf864_0_107: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d41a1cf864_0_116: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g3d41a1cf864_0_116: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d41a1cf864_0_123:notes"/>
          <p:cNvSpPr txBox="1"/>
          <p:nvPr>
            <p:ph idx="1" type="body"/>
          </p:nvPr>
        </p:nvSpPr>
        <p:spPr>
          <a:xfrm>
            <a:off x="755950" y="5078600"/>
            <a:ext cx="6047700" cy="4811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g3d41a1cf864_0_123:notes"/>
          <p:cNvSpPr/>
          <p:nvPr>
            <p:ph idx="2" type="sldImg"/>
          </p:nvPr>
        </p:nvSpPr>
        <p:spPr>
          <a:xfrm>
            <a:off x="1260175" y="801875"/>
            <a:ext cx="5040000" cy="40095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26:notes"/>
          <p:cNvSpPr txBox="1"/>
          <p:nvPr>
            <p:ph idx="1" type="body"/>
          </p:nvPr>
        </p:nvSpPr>
        <p:spPr>
          <a:xfrm>
            <a:off x="755950" y="5078600"/>
            <a:ext cx="6047725" cy="481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6:notes"/>
          <p:cNvSpPr/>
          <p:nvPr>
            <p:ph idx="2" type="sldImg"/>
          </p:nvPr>
        </p:nvSpPr>
        <p:spPr>
          <a:xfrm>
            <a:off x="1260175" y="801875"/>
            <a:ext cx="5040025" cy="40094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 name="Shape 11"/>
        <p:cNvGrpSpPr/>
        <p:nvPr/>
      </p:nvGrpSpPr>
      <p:grpSpPr>
        <a:xfrm>
          <a:off x="0" y="0"/>
          <a:ext cx="0" cy="0"/>
          <a:chOff x="0" y="0"/>
          <a:chExt cx="0" cy="0"/>
        </a:xfrm>
      </p:grpSpPr>
      <p:sp>
        <p:nvSpPr>
          <p:cNvPr id="12" name="Google Shape;12;p28"/>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8"/>
          <p:cNvSpPr txBox="1"/>
          <p:nvPr>
            <p:ph idx="1" type="subTitle"/>
          </p:nvPr>
        </p:nvSpPr>
        <p:spPr>
          <a:xfrm>
            <a:off x="457200" y="1600200"/>
            <a:ext cx="8229240" cy="45259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 name="Shape 14"/>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5" name="Shape 15"/>
        <p:cNvGrpSpPr/>
        <p:nvPr/>
      </p:nvGrpSpPr>
      <p:grpSpPr>
        <a:xfrm>
          <a:off x="0" y="0"/>
          <a:ext cx="0" cy="0"/>
          <a:chOff x="0" y="0"/>
          <a:chExt cx="0" cy="0"/>
        </a:xfrm>
      </p:grpSpPr>
      <p:sp>
        <p:nvSpPr>
          <p:cNvPr id="16" name="Google Shape;16;p36"/>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6"/>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8" name="Shape 18"/>
        <p:cNvGrpSpPr/>
        <p:nvPr/>
      </p:nvGrpSpPr>
      <p:grpSpPr>
        <a:xfrm>
          <a:off x="0" y="0"/>
          <a:ext cx="0" cy="0"/>
          <a:chOff x="0" y="0"/>
          <a:chExt cx="0" cy="0"/>
        </a:xfrm>
      </p:grpSpPr>
      <p:sp>
        <p:nvSpPr>
          <p:cNvPr id="19" name="Google Shape;19;p37"/>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7"/>
          <p:cNvSpPr txBox="1"/>
          <p:nvPr>
            <p:ph idx="1" type="body"/>
          </p:nvPr>
        </p:nvSpPr>
        <p:spPr>
          <a:xfrm>
            <a:off x="45720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7"/>
          <p:cNvSpPr txBox="1"/>
          <p:nvPr>
            <p:ph idx="2" type="body"/>
          </p:nvPr>
        </p:nvSpPr>
        <p:spPr>
          <a:xfrm>
            <a:off x="467424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38"/>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4" name="Shape 24"/>
        <p:cNvGrpSpPr/>
        <p:nvPr/>
      </p:nvGrpSpPr>
      <p:grpSpPr>
        <a:xfrm>
          <a:off x="0" y="0"/>
          <a:ext cx="0" cy="0"/>
          <a:chOff x="0" y="0"/>
          <a:chExt cx="0" cy="0"/>
        </a:xfrm>
      </p:grpSpPr>
      <p:sp>
        <p:nvSpPr>
          <p:cNvPr id="25" name="Google Shape;25;p39"/>
          <p:cNvSpPr txBox="1"/>
          <p:nvPr>
            <p:ph idx="1" type="subTitle"/>
          </p:nvPr>
        </p:nvSpPr>
        <p:spPr>
          <a:xfrm>
            <a:off x="457200" y="274680"/>
            <a:ext cx="8229240" cy="52981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6" name="Shape 26"/>
        <p:cNvGrpSpPr/>
        <p:nvPr/>
      </p:nvGrpSpPr>
      <p:grpSpPr>
        <a:xfrm>
          <a:off x="0" y="0"/>
          <a:ext cx="0" cy="0"/>
          <a:chOff x="0" y="0"/>
          <a:chExt cx="0" cy="0"/>
        </a:xfrm>
      </p:grpSpPr>
      <p:sp>
        <p:nvSpPr>
          <p:cNvPr id="27" name="Google Shape;27;p40"/>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0"/>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0"/>
          <p:cNvSpPr txBox="1"/>
          <p:nvPr>
            <p:ph idx="2" type="body"/>
          </p:nvPr>
        </p:nvSpPr>
        <p:spPr>
          <a:xfrm>
            <a:off x="45720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0" name="Google Shape;30;p40"/>
          <p:cNvSpPr txBox="1"/>
          <p:nvPr>
            <p:ph idx="3" type="body"/>
          </p:nvPr>
        </p:nvSpPr>
        <p:spPr>
          <a:xfrm>
            <a:off x="467424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1" name="Shape 31"/>
        <p:cNvGrpSpPr/>
        <p:nvPr/>
      </p:nvGrpSpPr>
      <p:grpSpPr>
        <a:xfrm>
          <a:off x="0" y="0"/>
          <a:ext cx="0" cy="0"/>
          <a:chOff x="0" y="0"/>
          <a:chExt cx="0" cy="0"/>
        </a:xfrm>
      </p:grpSpPr>
      <p:sp>
        <p:nvSpPr>
          <p:cNvPr id="32" name="Google Shape;32;p41"/>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41"/>
          <p:cNvSpPr txBox="1"/>
          <p:nvPr>
            <p:ph idx="1" type="body"/>
          </p:nvPr>
        </p:nvSpPr>
        <p:spPr>
          <a:xfrm>
            <a:off x="45720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41"/>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1"/>
          <p:cNvSpPr txBox="1"/>
          <p:nvPr>
            <p:ph idx="3" type="body"/>
          </p:nvPr>
        </p:nvSpPr>
        <p:spPr>
          <a:xfrm>
            <a:off x="467424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36" name="Shape 36"/>
        <p:cNvGrpSpPr/>
        <p:nvPr/>
      </p:nvGrpSpPr>
      <p:grpSpPr>
        <a:xfrm>
          <a:off x="0" y="0"/>
          <a:ext cx="0" cy="0"/>
          <a:chOff x="0" y="0"/>
          <a:chExt cx="0" cy="0"/>
        </a:xfrm>
      </p:grpSpPr>
      <p:sp>
        <p:nvSpPr>
          <p:cNvPr id="37" name="Google Shape;37;p42"/>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2"/>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42"/>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2"/>
          <p:cNvSpPr txBox="1"/>
          <p:nvPr>
            <p:ph idx="3" type="body"/>
          </p:nvPr>
        </p:nvSpPr>
        <p:spPr>
          <a:xfrm>
            <a:off x="457200" y="396432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41" name="Shape 41"/>
        <p:cNvGrpSpPr/>
        <p:nvPr/>
      </p:nvGrpSpPr>
      <p:grpSpPr>
        <a:xfrm>
          <a:off x="0" y="0"/>
          <a:ext cx="0" cy="0"/>
          <a:chOff x="0" y="0"/>
          <a:chExt cx="0" cy="0"/>
        </a:xfrm>
      </p:grpSpPr>
      <p:sp>
        <p:nvSpPr>
          <p:cNvPr id="42" name="Google Shape;42;p43"/>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43"/>
          <p:cNvSpPr txBox="1"/>
          <p:nvPr>
            <p:ph idx="1" type="body"/>
          </p:nvPr>
        </p:nvSpPr>
        <p:spPr>
          <a:xfrm>
            <a:off x="457200" y="160020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43"/>
          <p:cNvSpPr txBox="1"/>
          <p:nvPr>
            <p:ph idx="2" type="body"/>
          </p:nvPr>
        </p:nvSpPr>
        <p:spPr>
          <a:xfrm>
            <a:off x="457200" y="396432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45" name="Shape 45"/>
        <p:cNvGrpSpPr/>
        <p:nvPr/>
      </p:nvGrpSpPr>
      <p:grpSpPr>
        <a:xfrm>
          <a:off x="0" y="0"/>
          <a:ext cx="0" cy="0"/>
          <a:chOff x="0" y="0"/>
          <a:chExt cx="0" cy="0"/>
        </a:xfrm>
      </p:grpSpPr>
      <p:sp>
        <p:nvSpPr>
          <p:cNvPr id="46" name="Google Shape;46;p44"/>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4"/>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44"/>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44"/>
          <p:cNvSpPr txBox="1"/>
          <p:nvPr>
            <p:ph idx="3" type="body"/>
          </p:nvPr>
        </p:nvSpPr>
        <p:spPr>
          <a:xfrm>
            <a:off x="467424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44"/>
          <p:cNvSpPr txBox="1"/>
          <p:nvPr>
            <p:ph idx="4" type="body"/>
          </p:nvPr>
        </p:nvSpPr>
        <p:spPr>
          <a:xfrm>
            <a:off x="45720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51" name="Shape 51"/>
        <p:cNvGrpSpPr/>
        <p:nvPr/>
      </p:nvGrpSpPr>
      <p:grpSpPr>
        <a:xfrm>
          <a:off x="0" y="0"/>
          <a:ext cx="0" cy="0"/>
          <a:chOff x="0" y="0"/>
          <a:chExt cx="0" cy="0"/>
        </a:xfrm>
      </p:grpSpPr>
      <p:sp>
        <p:nvSpPr>
          <p:cNvPr id="52" name="Google Shape;52;p45"/>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45"/>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45"/>
          <p:cNvSpPr txBox="1"/>
          <p:nvPr>
            <p:ph idx="2"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5" name="Google Shape;55;p45"/>
          <p:cNvPicPr preferRelativeResize="0"/>
          <p:nvPr/>
        </p:nvPicPr>
        <p:blipFill rotWithShape="1">
          <a:blip r:embed="rId2">
            <a:alphaModFix/>
          </a:blip>
          <a:srcRect b="0" l="0" r="0" t="0"/>
          <a:stretch/>
        </p:blipFill>
        <p:spPr>
          <a:xfrm>
            <a:off x="1735560" y="1599840"/>
            <a:ext cx="5671800" cy="4525560"/>
          </a:xfrm>
          <a:prstGeom prst="rect">
            <a:avLst/>
          </a:prstGeom>
          <a:noFill/>
          <a:ln>
            <a:noFill/>
          </a:ln>
        </p:spPr>
      </p:pic>
      <p:pic>
        <p:nvPicPr>
          <p:cNvPr id="56" name="Google Shape;56;p45"/>
          <p:cNvPicPr preferRelativeResize="0"/>
          <p:nvPr/>
        </p:nvPicPr>
        <p:blipFill rotWithShape="1">
          <a:blip r:embed="rId2">
            <a:alphaModFix/>
          </a:blip>
          <a:srcRect b="0" l="0" r="0" t="0"/>
          <a:stretch/>
        </p:blipFill>
        <p:spPr>
          <a:xfrm>
            <a:off x="1735560" y="1599840"/>
            <a:ext cx="5671800" cy="452556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57" name="Shape 57"/>
        <p:cNvGrpSpPr/>
        <p:nvPr/>
      </p:nvGrpSpPr>
      <p:grpSpPr>
        <a:xfrm>
          <a:off x="0" y="0"/>
          <a:ext cx="0" cy="0"/>
          <a:chOff x="0" y="0"/>
          <a:chExt cx="0" cy="0"/>
        </a:xfrm>
      </p:grpSpPr>
      <p:sp>
        <p:nvSpPr>
          <p:cNvPr id="58" name="Google Shape;58;g3d417e68e76_1_86"/>
          <p:cNvSpPr txBox="1"/>
          <p:nvPr>
            <p:ph type="ctrTitle"/>
          </p:nvPr>
        </p:nvSpPr>
        <p:spPr>
          <a:xfrm>
            <a:off x="1143000" y="1122363"/>
            <a:ext cx="6858000" cy="2387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g3d417e68e76_1_86"/>
          <p:cNvSpPr txBox="1"/>
          <p:nvPr>
            <p:ph idx="1" type="subTitle"/>
          </p:nvPr>
        </p:nvSpPr>
        <p:spPr>
          <a:xfrm>
            <a:off x="1143000" y="3602038"/>
            <a:ext cx="6858000" cy="1655700"/>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60" name="Google Shape;60;g3d417e68e76_1_86"/>
          <p:cNvSpPr txBox="1"/>
          <p:nvPr>
            <p:ph idx="10" type="dt"/>
          </p:nvPr>
        </p:nvSpPr>
        <p:spPr>
          <a:xfrm>
            <a:off x="628650" y="6356351"/>
            <a:ext cx="20574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g3d417e68e76_1_86"/>
          <p:cNvSpPr txBox="1"/>
          <p:nvPr>
            <p:ph idx="11" type="ftr"/>
          </p:nvPr>
        </p:nvSpPr>
        <p:spPr>
          <a:xfrm>
            <a:off x="3028950" y="6356351"/>
            <a:ext cx="30861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g3d417e68e76_1_86"/>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69" name="Shape 69"/>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70" name="Shape 70"/>
        <p:cNvGrpSpPr/>
        <p:nvPr/>
      </p:nvGrpSpPr>
      <p:grpSpPr>
        <a:xfrm>
          <a:off x="0" y="0"/>
          <a:ext cx="0" cy="0"/>
          <a:chOff x="0" y="0"/>
          <a:chExt cx="0" cy="0"/>
        </a:xfrm>
      </p:grpSpPr>
      <p:sp>
        <p:nvSpPr>
          <p:cNvPr id="71" name="Google Shape;71;p46"/>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46"/>
          <p:cNvSpPr txBox="1"/>
          <p:nvPr>
            <p:ph idx="1" type="subTitle"/>
          </p:nvPr>
        </p:nvSpPr>
        <p:spPr>
          <a:xfrm>
            <a:off x="457200" y="1600200"/>
            <a:ext cx="8229240" cy="45259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73" name="Shape 73"/>
        <p:cNvGrpSpPr/>
        <p:nvPr/>
      </p:nvGrpSpPr>
      <p:grpSpPr>
        <a:xfrm>
          <a:off x="0" y="0"/>
          <a:ext cx="0" cy="0"/>
          <a:chOff x="0" y="0"/>
          <a:chExt cx="0" cy="0"/>
        </a:xfrm>
      </p:grpSpPr>
      <p:sp>
        <p:nvSpPr>
          <p:cNvPr id="74" name="Google Shape;74;p47"/>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47"/>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76" name="Shape 76"/>
        <p:cNvGrpSpPr/>
        <p:nvPr/>
      </p:nvGrpSpPr>
      <p:grpSpPr>
        <a:xfrm>
          <a:off x="0" y="0"/>
          <a:ext cx="0" cy="0"/>
          <a:chOff x="0" y="0"/>
          <a:chExt cx="0" cy="0"/>
        </a:xfrm>
      </p:grpSpPr>
      <p:sp>
        <p:nvSpPr>
          <p:cNvPr id="77" name="Google Shape;77;p48"/>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48"/>
          <p:cNvSpPr txBox="1"/>
          <p:nvPr>
            <p:ph idx="1" type="body"/>
          </p:nvPr>
        </p:nvSpPr>
        <p:spPr>
          <a:xfrm>
            <a:off x="45720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9" name="Google Shape;79;p48"/>
          <p:cNvSpPr txBox="1"/>
          <p:nvPr>
            <p:ph idx="2" type="body"/>
          </p:nvPr>
        </p:nvSpPr>
        <p:spPr>
          <a:xfrm>
            <a:off x="467424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0" name="Shape 80"/>
        <p:cNvGrpSpPr/>
        <p:nvPr/>
      </p:nvGrpSpPr>
      <p:grpSpPr>
        <a:xfrm>
          <a:off x="0" y="0"/>
          <a:ext cx="0" cy="0"/>
          <a:chOff x="0" y="0"/>
          <a:chExt cx="0" cy="0"/>
        </a:xfrm>
      </p:grpSpPr>
      <p:sp>
        <p:nvSpPr>
          <p:cNvPr id="81" name="Google Shape;81;p49"/>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82" name="Shape 82"/>
        <p:cNvGrpSpPr/>
        <p:nvPr/>
      </p:nvGrpSpPr>
      <p:grpSpPr>
        <a:xfrm>
          <a:off x="0" y="0"/>
          <a:ext cx="0" cy="0"/>
          <a:chOff x="0" y="0"/>
          <a:chExt cx="0" cy="0"/>
        </a:xfrm>
      </p:grpSpPr>
      <p:sp>
        <p:nvSpPr>
          <p:cNvPr id="83" name="Google Shape;83;p50"/>
          <p:cNvSpPr txBox="1"/>
          <p:nvPr>
            <p:ph idx="1" type="subTitle"/>
          </p:nvPr>
        </p:nvSpPr>
        <p:spPr>
          <a:xfrm>
            <a:off x="457200" y="274680"/>
            <a:ext cx="8229240" cy="52981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84" name="Shape 84"/>
        <p:cNvGrpSpPr/>
        <p:nvPr/>
      </p:nvGrpSpPr>
      <p:grpSpPr>
        <a:xfrm>
          <a:off x="0" y="0"/>
          <a:ext cx="0" cy="0"/>
          <a:chOff x="0" y="0"/>
          <a:chExt cx="0" cy="0"/>
        </a:xfrm>
      </p:grpSpPr>
      <p:sp>
        <p:nvSpPr>
          <p:cNvPr id="85" name="Google Shape;85;p51"/>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51"/>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51"/>
          <p:cNvSpPr txBox="1"/>
          <p:nvPr>
            <p:ph idx="2" type="body"/>
          </p:nvPr>
        </p:nvSpPr>
        <p:spPr>
          <a:xfrm>
            <a:off x="45720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8" name="Google Shape;88;p51"/>
          <p:cNvSpPr txBox="1"/>
          <p:nvPr>
            <p:ph idx="3" type="body"/>
          </p:nvPr>
        </p:nvSpPr>
        <p:spPr>
          <a:xfrm>
            <a:off x="467424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89" name="Shape 89"/>
        <p:cNvGrpSpPr/>
        <p:nvPr/>
      </p:nvGrpSpPr>
      <p:grpSpPr>
        <a:xfrm>
          <a:off x="0" y="0"/>
          <a:ext cx="0" cy="0"/>
          <a:chOff x="0" y="0"/>
          <a:chExt cx="0" cy="0"/>
        </a:xfrm>
      </p:grpSpPr>
      <p:sp>
        <p:nvSpPr>
          <p:cNvPr id="90" name="Google Shape;90;p52"/>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52"/>
          <p:cNvSpPr txBox="1"/>
          <p:nvPr>
            <p:ph idx="1" type="body"/>
          </p:nvPr>
        </p:nvSpPr>
        <p:spPr>
          <a:xfrm>
            <a:off x="45720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2" name="Google Shape;92;p52"/>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3" name="Google Shape;93;p52"/>
          <p:cNvSpPr txBox="1"/>
          <p:nvPr>
            <p:ph idx="3" type="body"/>
          </p:nvPr>
        </p:nvSpPr>
        <p:spPr>
          <a:xfrm>
            <a:off x="467424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94" name="Shape 94"/>
        <p:cNvGrpSpPr/>
        <p:nvPr/>
      </p:nvGrpSpPr>
      <p:grpSpPr>
        <a:xfrm>
          <a:off x="0" y="0"/>
          <a:ext cx="0" cy="0"/>
          <a:chOff x="0" y="0"/>
          <a:chExt cx="0" cy="0"/>
        </a:xfrm>
      </p:grpSpPr>
      <p:sp>
        <p:nvSpPr>
          <p:cNvPr id="95" name="Google Shape;95;p53"/>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 name="Google Shape;96;p53"/>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7" name="Google Shape;97;p53"/>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53"/>
          <p:cNvSpPr txBox="1"/>
          <p:nvPr>
            <p:ph idx="3" type="body"/>
          </p:nvPr>
        </p:nvSpPr>
        <p:spPr>
          <a:xfrm>
            <a:off x="457200" y="396432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99" name="Shape 99"/>
        <p:cNvGrpSpPr/>
        <p:nvPr/>
      </p:nvGrpSpPr>
      <p:grpSpPr>
        <a:xfrm>
          <a:off x="0" y="0"/>
          <a:ext cx="0" cy="0"/>
          <a:chOff x="0" y="0"/>
          <a:chExt cx="0" cy="0"/>
        </a:xfrm>
      </p:grpSpPr>
      <p:sp>
        <p:nvSpPr>
          <p:cNvPr id="100" name="Google Shape;100;p54"/>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54"/>
          <p:cNvSpPr txBox="1"/>
          <p:nvPr>
            <p:ph idx="1" type="body"/>
          </p:nvPr>
        </p:nvSpPr>
        <p:spPr>
          <a:xfrm>
            <a:off x="457200" y="160020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2" name="Google Shape;102;p54"/>
          <p:cNvSpPr txBox="1"/>
          <p:nvPr>
            <p:ph idx="2" type="body"/>
          </p:nvPr>
        </p:nvSpPr>
        <p:spPr>
          <a:xfrm>
            <a:off x="457200" y="396432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03" name="Shape 103"/>
        <p:cNvGrpSpPr/>
        <p:nvPr/>
      </p:nvGrpSpPr>
      <p:grpSpPr>
        <a:xfrm>
          <a:off x="0" y="0"/>
          <a:ext cx="0" cy="0"/>
          <a:chOff x="0" y="0"/>
          <a:chExt cx="0" cy="0"/>
        </a:xfrm>
      </p:grpSpPr>
      <p:sp>
        <p:nvSpPr>
          <p:cNvPr id="104" name="Google Shape;104;p55"/>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5" name="Google Shape;105;p55"/>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6" name="Google Shape;106;p55"/>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55"/>
          <p:cNvSpPr txBox="1"/>
          <p:nvPr>
            <p:ph idx="3" type="body"/>
          </p:nvPr>
        </p:nvSpPr>
        <p:spPr>
          <a:xfrm>
            <a:off x="467424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55"/>
          <p:cNvSpPr txBox="1"/>
          <p:nvPr>
            <p:ph idx="4" type="body"/>
          </p:nvPr>
        </p:nvSpPr>
        <p:spPr>
          <a:xfrm>
            <a:off x="45720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09" name="Shape 109"/>
        <p:cNvGrpSpPr/>
        <p:nvPr/>
      </p:nvGrpSpPr>
      <p:grpSpPr>
        <a:xfrm>
          <a:off x="0" y="0"/>
          <a:ext cx="0" cy="0"/>
          <a:chOff x="0" y="0"/>
          <a:chExt cx="0" cy="0"/>
        </a:xfrm>
      </p:grpSpPr>
      <p:sp>
        <p:nvSpPr>
          <p:cNvPr id="110" name="Google Shape;110;p56"/>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1" name="Google Shape;111;p56"/>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2" name="Google Shape;112;p56"/>
          <p:cNvSpPr txBox="1"/>
          <p:nvPr>
            <p:ph idx="2"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13" name="Google Shape;113;p56"/>
          <p:cNvPicPr preferRelativeResize="0"/>
          <p:nvPr/>
        </p:nvPicPr>
        <p:blipFill rotWithShape="1">
          <a:blip r:embed="rId2">
            <a:alphaModFix/>
          </a:blip>
          <a:srcRect b="0" l="0" r="0" t="0"/>
          <a:stretch/>
        </p:blipFill>
        <p:spPr>
          <a:xfrm>
            <a:off x="1735560" y="1599840"/>
            <a:ext cx="5671800" cy="4525560"/>
          </a:xfrm>
          <a:prstGeom prst="rect">
            <a:avLst/>
          </a:prstGeom>
          <a:noFill/>
          <a:ln>
            <a:noFill/>
          </a:ln>
        </p:spPr>
      </p:pic>
      <p:pic>
        <p:nvPicPr>
          <p:cNvPr id="114" name="Google Shape;114;p56"/>
          <p:cNvPicPr preferRelativeResize="0"/>
          <p:nvPr/>
        </p:nvPicPr>
        <p:blipFill rotWithShape="1">
          <a:blip r:embed="rId2">
            <a:alphaModFix/>
          </a:blip>
          <a:srcRect b="0" l="0" r="0" t="0"/>
          <a:stretch/>
        </p:blipFill>
        <p:spPr>
          <a:xfrm>
            <a:off x="1735560" y="1599840"/>
            <a:ext cx="5671800" cy="4525560"/>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21" name="Shape 121"/>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22" name="Shape 122"/>
        <p:cNvGrpSpPr/>
        <p:nvPr/>
      </p:nvGrpSpPr>
      <p:grpSpPr>
        <a:xfrm>
          <a:off x="0" y="0"/>
          <a:ext cx="0" cy="0"/>
          <a:chOff x="0" y="0"/>
          <a:chExt cx="0" cy="0"/>
        </a:xfrm>
      </p:grpSpPr>
      <p:sp>
        <p:nvSpPr>
          <p:cNvPr id="123" name="Google Shape;123;p57"/>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4" name="Google Shape;124;p57"/>
          <p:cNvSpPr txBox="1"/>
          <p:nvPr>
            <p:ph idx="1" type="subTitle"/>
          </p:nvPr>
        </p:nvSpPr>
        <p:spPr>
          <a:xfrm>
            <a:off x="457200" y="1600200"/>
            <a:ext cx="8229240" cy="45259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25" name="Shape 125"/>
        <p:cNvGrpSpPr/>
        <p:nvPr/>
      </p:nvGrpSpPr>
      <p:grpSpPr>
        <a:xfrm>
          <a:off x="0" y="0"/>
          <a:ext cx="0" cy="0"/>
          <a:chOff x="0" y="0"/>
          <a:chExt cx="0" cy="0"/>
        </a:xfrm>
      </p:grpSpPr>
      <p:sp>
        <p:nvSpPr>
          <p:cNvPr id="126" name="Google Shape;126;p58"/>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58"/>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28" name="Shape 128"/>
        <p:cNvGrpSpPr/>
        <p:nvPr/>
      </p:nvGrpSpPr>
      <p:grpSpPr>
        <a:xfrm>
          <a:off x="0" y="0"/>
          <a:ext cx="0" cy="0"/>
          <a:chOff x="0" y="0"/>
          <a:chExt cx="0" cy="0"/>
        </a:xfrm>
      </p:grpSpPr>
      <p:sp>
        <p:nvSpPr>
          <p:cNvPr id="129" name="Google Shape;129;p59"/>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59"/>
          <p:cNvSpPr txBox="1"/>
          <p:nvPr>
            <p:ph idx="1" type="body"/>
          </p:nvPr>
        </p:nvSpPr>
        <p:spPr>
          <a:xfrm>
            <a:off x="45720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1" name="Google Shape;131;p59"/>
          <p:cNvSpPr txBox="1"/>
          <p:nvPr>
            <p:ph idx="2" type="body"/>
          </p:nvPr>
        </p:nvSpPr>
        <p:spPr>
          <a:xfrm>
            <a:off x="467424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2" name="Shape 132"/>
        <p:cNvGrpSpPr/>
        <p:nvPr/>
      </p:nvGrpSpPr>
      <p:grpSpPr>
        <a:xfrm>
          <a:off x="0" y="0"/>
          <a:ext cx="0" cy="0"/>
          <a:chOff x="0" y="0"/>
          <a:chExt cx="0" cy="0"/>
        </a:xfrm>
      </p:grpSpPr>
      <p:sp>
        <p:nvSpPr>
          <p:cNvPr id="133" name="Google Shape;133;p60"/>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34" name="Shape 134"/>
        <p:cNvGrpSpPr/>
        <p:nvPr/>
      </p:nvGrpSpPr>
      <p:grpSpPr>
        <a:xfrm>
          <a:off x="0" y="0"/>
          <a:ext cx="0" cy="0"/>
          <a:chOff x="0" y="0"/>
          <a:chExt cx="0" cy="0"/>
        </a:xfrm>
      </p:grpSpPr>
      <p:sp>
        <p:nvSpPr>
          <p:cNvPr id="135" name="Google Shape;135;p61"/>
          <p:cNvSpPr txBox="1"/>
          <p:nvPr>
            <p:ph idx="1" type="subTitle"/>
          </p:nvPr>
        </p:nvSpPr>
        <p:spPr>
          <a:xfrm>
            <a:off x="457200" y="274680"/>
            <a:ext cx="8229240" cy="529812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36" name="Shape 136"/>
        <p:cNvGrpSpPr/>
        <p:nvPr/>
      </p:nvGrpSpPr>
      <p:grpSpPr>
        <a:xfrm>
          <a:off x="0" y="0"/>
          <a:ext cx="0" cy="0"/>
          <a:chOff x="0" y="0"/>
          <a:chExt cx="0" cy="0"/>
        </a:xfrm>
      </p:grpSpPr>
      <p:sp>
        <p:nvSpPr>
          <p:cNvPr id="137" name="Google Shape;137;p62"/>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p62"/>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9" name="Google Shape;139;p62"/>
          <p:cNvSpPr txBox="1"/>
          <p:nvPr>
            <p:ph idx="2" type="body"/>
          </p:nvPr>
        </p:nvSpPr>
        <p:spPr>
          <a:xfrm>
            <a:off x="45720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0" name="Google Shape;140;p62"/>
          <p:cNvSpPr txBox="1"/>
          <p:nvPr>
            <p:ph idx="3" type="body"/>
          </p:nvPr>
        </p:nvSpPr>
        <p:spPr>
          <a:xfrm>
            <a:off x="467424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41" name="Shape 141"/>
        <p:cNvGrpSpPr/>
        <p:nvPr/>
      </p:nvGrpSpPr>
      <p:grpSpPr>
        <a:xfrm>
          <a:off x="0" y="0"/>
          <a:ext cx="0" cy="0"/>
          <a:chOff x="0" y="0"/>
          <a:chExt cx="0" cy="0"/>
        </a:xfrm>
      </p:grpSpPr>
      <p:sp>
        <p:nvSpPr>
          <p:cNvPr id="142" name="Google Shape;142;p63"/>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 name="Google Shape;143;p63"/>
          <p:cNvSpPr txBox="1"/>
          <p:nvPr>
            <p:ph idx="1" type="body"/>
          </p:nvPr>
        </p:nvSpPr>
        <p:spPr>
          <a:xfrm>
            <a:off x="457200" y="1600200"/>
            <a:ext cx="401580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4" name="Google Shape;144;p63"/>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63"/>
          <p:cNvSpPr txBox="1"/>
          <p:nvPr>
            <p:ph idx="3" type="body"/>
          </p:nvPr>
        </p:nvSpPr>
        <p:spPr>
          <a:xfrm>
            <a:off x="467424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46" name="Shape 146"/>
        <p:cNvGrpSpPr/>
        <p:nvPr/>
      </p:nvGrpSpPr>
      <p:grpSpPr>
        <a:xfrm>
          <a:off x="0" y="0"/>
          <a:ext cx="0" cy="0"/>
          <a:chOff x="0" y="0"/>
          <a:chExt cx="0" cy="0"/>
        </a:xfrm>
      </p:grpSpPr>
      <p:sp>
        <p:nvSpPr>
          <p:cNvPr id="147" name="Google Shape;147;p64"/>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8" name="Google Shape;148;p64"/>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9" name="Google Shape;149;p64"/>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0" name="Google Shape;150;p64"/>
          <p:cNvSpPr txBox="1"/>
          <p:nvPr>
            <p:ph idx="3" type="body"/>
          </p:nvPr>
        </p:nvSpPr>
        <p:spPr>
          <a:xfrm>
            <a:off x="457200" y="396432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51" name="Shape 151"/>
        <p:cNvGrpSpPr/>
        <p:nvPr/>
      </p:nvGrpSpPr>
      <p:grpSpPr>
        <a:xfrm>
          <a:off x="0" y="0"/>
          <a:ext cx="0" cy="0"/>
          <a:chOff x="0" y="0"/>
          <a:chExt cx="0" cy="0"/>
        </a:xfrm>
      </p:grpSpPr>
      <p:sp>
        <p:nvSpPr>
          <p:cNvPr id="152" name="Google Shape;152;p65"/>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3" name="Google Shape;153;p65"/>
          <p:cNvSpPr txBox="1"/>
          <p:nvPr>
            <p:ph idx="1" type="body"/>
          </p:nvPr>
        </p:nvSpPr>
        <p:spPr>
          <a:xfrm>
            <a:off x="457200" y="160020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4" name="Google Shape;154;p65"/>
          <p:cNvSpPr txBox="1"/>
          <p:nvPr>
            <p:ph idx="2" type="body"/>
          </p:nvPr>
        </p:nvSpPr>
        <p:spPr>
          <a:xfrm>
            <a:off x="457200" y="3964320"/>
            <a:ext cx="822924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55" name="Shape 155"/>
        <p:cNvGrpSpPr/>
        <p:nvPr/>
      </p:nvGrpSpPr>
      <p:grpSpPr>
        <a:xfrm>
          <a:off x="0" y="0"/>
          <a:ext cx="0" cy="0"/>
          <a:chOff x="0" y="0"/>
          <a:chExt cx="0" cy="0"/>
        </a:xfrm>
      </p:grpSpPr>
      <p:sp>
        <p:nvSpPr>
          <p:cNvPr id="156" name="Google Shape;156;p66"/>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7" name="Google Shape;157;p66"/>
          <p:cNvSpPr txBox="1"/>
          <p:nvPr>
            <p:ph idx="1" type="body"/>
          </p:nvPr>
        </p:nvSpPr>
        <p:spPr>
          <a:xfrm>
            <a:off x="45720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8" name="Google Shape;158;p66"/>
          <p:cNvSpPr txBox="1"/>
          <p:nvPr>
            <p:ph idx="2" type="body"/>
          </p:nvPr>
        </p:nvSpPr>
        <p:spPr>
          <a:xfrm>
            <a:off x="4674240" y="160020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9" name="Google Shape;159;p66"/>
          <p:cNvSpPr txBox="1"/>
          <p:nvPr>
            <p:ph idx="3" type="body"/>
          </p:nvPr>
        </p:nvSpPr>
        <p:spPr>
          <a:xfrm>
            <a:off x="467424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0" name="Google Shape;160;p66"/>
          <p:cNvSpPr txBox="1"/>
          <p:nvPr>
            <p:ph idx="4" type="body"/>
          </p:nvPr>
        </p:nvSpPr>
        <p:spPr>
          <a:xfrm>
            <a:off x="457200" y="3964320"/>
            <a:ext cx="4015800" cy="2158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61" name="Shape 161"/>
        <p:cNvGrpSpPr/>
        <p:nvPr/>
      </p:nvGrpSpPr>
      <p:grpSpPr>
        <a:xfrm>
          <a:off x="0" y="0"/>
          <a:ext cx="0" cy="0"/>
          <a:chOff x="0" y="0"/>
          <a:chExt cx="0" cy="0"/>
        </a:xfrm>
      </p:grpSpPr>
      <p:sp>
        <p:nvSpPr>
          <p:cNvPr id="162" name="Google Shape;162;p67"/>
          <p:cNvSpPr txBox="1"/>
          <p:nvPr>
            <p:ph type="title"/>
          </p:nvPr>
        </p:nvSpPr>
        <p:spPr>
          <a:xfrm>
            <a:off x="457200" y="274680"/>
            <a:ext cx="8229240" cy="114300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3" name="Google Shape;163;p67"/>
          <p:cNvSpPr txBox="1"/>
          <p:nvPr>
            <p:ph idx="1"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4" name="Google Shape;164;p67"/>
          <p:cNvSpPr txBox="1"/>
          <p:nvPr>
            <p:ph idx="2" type="body"/>
          </p:nvPr>
        </p:nvSpPr>
        <p:spPr>
          <a:xfrm>
            <a:off x="457200" y="1600200"/>
            <a:ext cx="8229240" cy="4525560"/>
          </a:xfrm>
          <a:prstGeom prst="rect">
            <a:avLst/>
          </a:prstGeom>
          <a:noFill/>
          <a:ln>
            <a:noFill/>
          </a:ln>
        </p:spPr>
        <p:txBody>
          <a:bodyPr anchorCtr="0" anchor="t" bIns="0" lIns="0" spcFirstLastPara="1" rIns="0" wrap="square" tIns="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165" name="Google Shape;165;p67"/>
          <p:cNvPicPr preferRelativeResize="0"/>
          <p:nvPr/>
        </p:nvPicPr>
        <p:blipFill rotWithShape="1">
          <a:blip r:embed="rId2">
            <a:alphaModFix/>
          </a:blip>
          <a:srcRect b="0" l="0" r="0" t="0"/>
          <a:stretch/>
        </p:blipFill>
        <p:spPr>
          <a:xfrm>
            <a:off x="1735560" y="1599840"/>
            <a:ext cx="5671800" cy="4525560"/>
          </a:xfrm>
          <a:prstGeom prst="rect">
            <a:avLst/>
          </a:prstGeom>
          <a:noFill/>
          <a:ln>
            <a:noFill/>
          </a:ln>
        </p:spPr>
      </p:pic>
      <p:pic>
        <p:nvPicPr>
          <p:cNvPr id="166" name="Google Shape;166;p67"/>
          <p:cNvPicPr preferRelativeResize="0"/>
          <p:nvPr/>
        </p:nvPicPr>
        <p:blipFill rotWithShape="1">
          <a:blip r:embed="rId2">
            <a:alphaModFix/>
          </a:blip>
          <a:srcRect b="0" l="0" r="0" t="0"/>
          <a:stretch/>
        </p:blipFill>
        <p:spPr>
          <a:xfrm>
            <a:off x="1735560" y="1599840"/>
            <a:ext cx="5671800" cy="452556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theme" Target="../theme/theme1.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6.xml"/><Relationship Id="rId10" Type="http://schemas.openxmlformats.org/officeDocument/2006/relationships/slideLayout" Target="../slideLayouts/slideLayout35.xml"/><Relationship Id="rId13" Type="http://schemas.openxmlformats.org/officeDocument/2006/relationships/theme" Target="../theme/theme4.xml"/><Relationship Id="rId12" Type="http://schemas.openxmlformats.org/officeDocument/2006/relationships/slideLayout" Target="../slideLayouts/slideLayout37.xml"/><Relationship Id="rId1" Type="http://schemas.openxmlformats.org/officeDocument/2006/relationships/slideLayout" Target="../slideLayouts/slideLayout26.xml"/><Relationship Id="rId2" Type="http://schemas.openxmlformats.org/officeDocument/2006/relationships/slideLayout" Target="../slideLayouts/slideLayout27.xml"/><Relationship Id="rId3" Type="http://schemas.openxmlformats.org/officeDocument/2006/relationships/slideLayout" Target="../slideLayouts/slideLayout28.xml"/><Relationship Id="rId4" Type="http://schemas.openxmlformats.org/officeDocument/2006/relationships/slideLayout" Target="../slideLayouts/slideLayout29.xml"/><Relationship Id="rId9" Type="http://schemas.openxmlformats.org/officeDocument/2006/relationships/slideLayout" Target="../slideLayouts/slideLayout34.xml"/><Relationship Id="rId5" Type="http://schemas.openxmlformats.org/officeDocument/2006/relationships/slideLayout" Target="../slideLayouts/slideLayout30.xml"/><Relationship Id="rId6" Type="http://schemas.openxmlformats.org/officeDocument/2006/relationships/slideLayout" Target="../slideLayouts/slideLayout31.xml"/><Relationship Id="rId7" Type="http://schemas.openxmlformats.org/officeDocument/2006/relationships/slideLayout" Target="../slideLayouts/slideLayout32.xml"/><Relationship Id="rId8"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685800" y="2130480"/>
            <a:ext cx="7772040" cy="14695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p27"/>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7"/>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1pPr>
            <a:lvl2pPr indent="0" lvl="1"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2pPr>
            <a:lvl3pPr indent="0" lvl="2"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3pPr>
            <a:lvl4pPr indent="0" lvl="3"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4pPr>
            <a:lvl5pPr indent="0" lvl="4"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5pPr>
            <a:lvl6pPr indent="0" lvl="5"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6pPr>
            <a:lvl7pPr indent="0" lvl="6"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7pPr>
            <a:lvl8pPr indent="0" lvl="7"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8pPr>
            <a:lvl9pPr indent="0" lvl="8" marL="0" marR="0" rtl="0" algn="r">
              <a:lnSpc>
                <a:spcPct val="100000"/>
              </a:lnSpc>
              <a:spcBef>
                <a:spcPts val="0"/>
              </a:spcBef>
              <a:buNone/>
              <a:defRPr b="0" i="0" sz="1200" u="none" cap="none" strike="noStrike">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chemeClr val="dk1"/>
              </a:solidFill>
              <a:latin typeface="Arial"/>
              <a:ea typeface="Arial"/>
              <a:cs typeface="Arial"/>
              <a:sym typeface="Arial"/>
            </a:endParaRPr>
          </a:p>
        </p:txBody>
      </p:sp>
      <p:sp>
        <p:nvSpPr>
          <p:cNvPr id="10" name="Google Shape;10;p27"/>
          <p:cNvSpPr txBox="1"/>
          <p:nvPr>
            <p:ph idx="1" type="body"/>
          </p:nvPr>
        </p:nvSpPr>
        <p:spPr>
          <a:xfrm>
            <a:off x="457200" y="1604520"/>
            <a:ext cx="8229240" cy="397692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29"/>
          <p:cNvSpPr txBox="1"/>
          <p:nvPr>
            <p:ph type="title"/>
          </p:nvPr>
        </p:nvSpPr>
        <p:spPr>
          <a:xfrm>
            <a:off x="457200" y="274680"/>
            <a:ext cx="8229240" cy="114264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5" name="Google Shape;65;p29"/>
          <p:cNvSpPr txBox="1"/>
          <p:nvPr>
            <p:ph idx="1" type="body"/>
          </p:nvPr>
        </p:nvSpPr>
        <p:spPr>
          <a:xfrm>
            <a:off x="457200" y="16002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6" name="Google Shape;66;p29"/>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7" name="Google Shape;67;p29"/>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8" name="Google Shape;68;p29"/>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31"/>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7" name="Google Shape;117;p31"/>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18" name="Google Shape;118;p31"/>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buNone/>
              <a:defRPr sz="1200">
                <a:solidFill>
                  <a:srgbClr val="8B8B8B"/>
                </a:solidFill>
                <a:latin typeface="Calibri"/>
                <a:ea typeface="Calibri"/>
                <a:cs typeface="Calibri"/>
                <a:sym typeface="Calibri"/>
              </a:defRPr>
            </a:lvl1pPr>
            <a:lvl2pPr indent="0" lvl="1" marL="0" marR="0" rtl="0" algn="r">
              <a:lnSpc>
                <a:spcPct val="100000"/>
              </a:lnSpc>
              <a:spcBef>
                <a:spcPts val="0"/>
              </a:spcBef>
              <a:buNone/>
              <a:defRPr sz="1200">
                <a:solidFill>
                  <a:srgbClr val="8B8B8B"/>
                </a:solidFill>
                <a:latin typeface="Calibri"/>
                <a:ea typeface="Calibri"/>
                <a:cs typeface="Calibri"/>
                <a:sym typeface="Calibri"/>
              </a:defRPr>
            </a:lvl2pPr>
            <a:lvl3pPr indent="0" lvl="2" marL="0" marR="0" rtl="0" algn="r">
              <a:lnSpc>
                <a:spcPct val="100000"/>
              </a:lnSpc>
              <a:spcBef>
                <a:spcPts val="0"/>
              </a:spcBef>
              <a:buNone/>
              <a:defRPr sz="1200">
                <a:solidFill>
                  <a:srgbClr val="8B8B8B"/>
                </a:solidFill>
                <a:latin typeface="Calibri"/>
                <a:ea typeface="Calibri"/>
                <a:cs typeface="Calibri"/>
                <a:sym typeface="Calibri"/>
              </a:defRPr>
            </a:lvl3pPr>
            <a:lvl4pPr indent="0" lvl="3" marL="0" marR="0" rtl="0" algn="r">
              <a:lnSpc>
                <a:spcPct val="100000"/>
              </a:lnSpc>
              <a:spcBef>
                <a:spcPts val="0"/>
              </a:spcBef>
              <a:buNone/>
              <a:defRPr sz="1200">
                <a:solidFill>
                  <a:srgbClr val="8B8B8B"/>
                </a:solidFill>
                <a:latin typeface="Calibri"/>
                <a:ea typeface="Calibri"/>
                <a:cs typeface="Calibri"/>
                <a:sym typeface="Calibri"/>
              </a:defRPr>
            </a:lvl4pPr>
            <a:lvl5pPr indent="0" lvl="4" marL="0" marR="0" rtl="0" algn="r">
              <a:lnSpc>
                <a:spcPct val="100000"/>
              </a:lnSpc>
              <a:spcBef>
                <a:spcPts val="0"/>
              </a:spcBef>
              <a:buNone/>
              <a:defRPr sz="1200">
                <a:solidFill>
                  <a:srgbClr val="8B8B8B"/>
                </a:solidFill>
                <a:latin typeface="Calibri"/>
                <a:ea typeface="Calibri"/>
                <a:cs typeface="Calibri"/>
                <a:sym typeface="Calibri"/>
              </a:defRPr>
            </a:lvl5pPr>
            <a:lvl6pPr indent="0" lvl="5" marL="0" marR="0" rtl="0" algn="r">
              <a:lnSpc>
                <a:spcPct val="100000"/>
              </a:lnSpc>
              <a:spcBef>
                <a:spcPts val="0"/>
              </a:spcBef>
              <a:buNone/>
              <a:defRPr sz="1200">
                <a:solidFill>
                  <a:srgbClr val="8B8B8B"/>
                </a:solidFill>
                <a:latin typeface="Calibri"/>
                <a:ea typeface="Calibri"/>
                <a:cs typeface="Calibri"/>
                <a:sym typeface="Calibri"/>
              </a:defRPr>
            </a:lvl6pPr>
            <a:lvl7pPr indent="0" lvl="6" marL="0" marR="0" rtl="0" algn="r">
              <a:lnSpc>
                <a:spcPct val="100000"/>
              </a:lnSpc>
              <a:spcBef>
                <a:spcPts val="0"/>
              </a:spcBef>
              <a:buNone/>
              <a:defRPr sz="1200">
                <a:solidFill>
                  <a:srgbClr val="8B8B8B"/>
                </a:solidFill>
                <a:latin typeface="Calibri"/>
                <a:ea typeface="Calibri"/>
                <a:cs typeface="Calibri"/>
                <a:sym typeface="Calibri"/>
              </a:defRPr>
            </a:lvl7pPr>
            <a:lvl8pPr indent="0" lvl="7" marL="0" marR="0" rtl="0" algn="r">
              <a:lnSpc>
                <a:spcPct val="100000"/>
              </a:lnSpc>
              <a:spcBef>
                <a:spcPts val="0"/>
              </a:spcBef>
              <a:buNone/>
              <a:defRPr sz="1200">
                <a:solidFill>
                  <a:srgbClr val="8B8B8B"/>
                </a:solidFill>
                <a:latin typeface="Calibri"/>
                <a:ea typeface="Calibri"/>
                <a:cs typeface="Calibri"/>
                <a:sym typeface="Calibri"/>
              </a:defRPr>
            </a:lvl8pPr>
            <a:lvl9pPr indent="0" lvl="8" marL="0" marR="0" rtl="0" algn="r">
              <a:lnSpc>
                <a:spcPct val="100000"/>
              </a:lnSpc>
              <a:spcBef>
                <a:spcPts val="0"/>
              </a:spcBef>
              <a:buNone/>
              <a:defRPr sz="1200">
                <a:solidFill>
                  <a:srgbClr val="8B8B8B"/>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800">
              <a:solidFill>
                <a:schemeClr val="dk1"/>
              </a:solidFill>
              <a:latin typeface="Arial"/>
              <a:ea typeface="Arial"/>
              <a:cs typeface="Arial"/>
              <a:sym typeface="Arial"/>
            </a:endParaRPr>
          </a:p>
        </p:txBody>
      </p:sp>
      <p:sp>
        <p:nvSpPr>
          <p:cNvPr id="119" name="Google Shape;119;p31"/>
          <p:cNvSpPr txBox="1"/>
          <p:nvPr>
            <p:ph type="title"/>
          </p:nvPr>
        </p:nvSpPr>
        <p:spPr>
          <a:xfrm>
            <a:off x="457200" y="273600"/>
            <a:ext cx="8229240" cy="1144800"/>
          </a:xfrm>
          <a:prstGeom prst="rect">
            <a:avLst/>
          </a:prstGeom>
          <a:noFill/>
          <a:ln>
            <a:noFill/>
          </a:ln>
        </p:spPr>
        <p:txBody>
          <a:bodyPr anchorCtr="0" anchor="ctr" bIns="0" lIns="0" spcFirstLastPara="1" rIns="0" wrap="square" tIns="0">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0" name="Google Shape;120;p31"/>
          <p:cNvSpPr txBox="1"/>
          <p:nvPr>
            <p:ph idx="1" type="body"/>
          </p:nvPr>
        </p:nvSpPr>
        <p:spPr>
          <a:xfrm>
            <a:off x="457200" y="1604520"/>
            <a:ext cx="8229240" cy="3976920"/>
          </a:xfrm>
          <a:prstGeom prst="rect">
            <a:avLst/>
          </a:prstGeom>
          <a:noFill/>
          <a:ln>
            <a:noFill/>
          </a:ln>
        </p:spPr>
        <p:txBody>
          <a:bodyPr anchorCtr="0" anchor="t" bIns="0" lIns="0" spcFirstLastPara="1" rIns="0" wrap="square" tIns="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Relationship Id="rId3"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22.png"/><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9.jp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0.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 Id="rId3"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3.xml"/><Relationship Id="rId3" Type="http://schemas.openxmlformats.org/officeDocument/2006/relationships/image" Target="../media/image2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 Id="rId3" Type="http://schemas.openxmlformats.org/officeDocument/2006/relationships/image" Target="../media/image3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d417e68e76_1_0"/>
          <p:cNvSpPr txBox="1"/>
          <p:nvPr>
            <p:ph type="ctrTitle"/>
          </p:nvPr>
        </p:nvSpPr>
        <p:spPr>
          <a:xfrm>
            <a:off x="990600" y="762000"/>
            <a:ext cx="6858000" cy="23163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b="1" lang="en-US" sz="4000"/>
              <a:t>Computer Graphics</a:t>
            </a:r>
            <a:br>
              <a:rPr b="1" lang="en-US" sz="4000"/>
            </a:br>
            <a:r>
              <a:rPr b="1" lang="en-US" sz="4000"/>
              <a:t>3D Dispaly: Projection</a:t>
            </a:r>
            <a:br>
              <a:rPr b="1" lang="en-US" sz="4000"/>
            </a:br>
            <a:r>
              <a:rPr b="1" lang="en-US" sz="3100">
                <a:solidFill>
                  <a:srgbClr val="FF0000"/>
                </a:solidFill>
              </a:rPr>
              <a:t>Lecture-13</a:t>
            </a:r>
            <a:br>
              <a:rPr lang="en-US"/>
            </a:br>
            <a:endParaRPr/>
          </a:p>
        </p:txBody>
      </p:sp>
      <p:sp>
        <p:nvSpPr>
          <p:cNvPr id="173" name="Google Shape;173;g3d417e68e76_1_0"/>
          <p:cNvSpPr txBox="1"/>
          <p:nvPr>
            <p:ph idx="1" type="subTitle"/>
          </p:nvPr>
        </p:nvSpPr>
        <p:spPr>
          <a:xfrm>
            <a:off x="990600" y="4320000"/>
            <a:ext cx="6858000" cy="1960200"/>
          </a:xfrm>
          <a:prstGeom prst="rect">
            <a:avLst/>
          </a:prstGeom>
          <a:noFill/>
          <a:ln>
            <a:noFill/>
          </a:ln>
        </p:spPr>
        <p:txBody>
          <a:bodyPr anchorCtr="0" anchor="t" bIns="45700" lIns="91425" spcFirstLastPara="1" rIns="91425" wrap="square" tIns="45700">
            <a:normAutofit lnSpcReduction="10000"/>
          </a:bodyPr>
          <a:lstStyle/>
          <a:p>
            <a:pPr indent="0" lvl="0" marL="0" rtl="0" algn="ctr">
              <a:lnSpc>
                <a:spcPct val="90000"/>
              </a:lnSpc>
              <a:spcBef>
                <a:spcPts val="0"/>
              </a:spcBef>
              <a:spcAft>
                <a:spcPts val="0"/>
              </a:spcAft>
              <a:buClr>
                <a:schemeClr val="dk1"/>
              </a:buClr>
              <a:buSzPts val="1800"/>
              <a:buFont typeface="Noto Sans Symbols"/>
              <a:buNone/>
            </a:pPr>
            <a:r>
              <a:t/>
            </a:r>
            <a:endParaRPr/>
          </a:p>
          <a:p>
            <a:pPr indent="0" lvl="0" marL="0" rtl="0" algn="ctr">
              <a:lnSpc>
                <a:spcPct val="90000"/>
              </a:lnSpc>
              <a:spcBef>
                <a:spcPts val="750"/>
              </a:spcBef>
              <a:spcAft>
                <a:spcPts val="0"/>
              </a:spcAft>
              <a:buClr>
                <a:schemeClr val="dk1"/>
              </a:buClr>
              <a:buSzPts val="1800"/>
              <a:buFont typeface="Noto Sans Symbols"/>
              <a:buNone/>
            </a:pPr>
            <a:br>
              <a:rPr lang="en-US"/>
            </a:br>
            <a:endParaRPr/>
          </a:p>
          <a:p>
            <a:pPr indent="0" lvl="0" marL="0" rtl="0" algn="ctr">
              <a:spcBef>
                <a:spcPts val="750"/>
              </a:spcBef>
              <a:spcAft>
                <a:spcPts val="0"/>
              </a:spcAft>
              <a:buClr>
                <a:schemeClr val="dk1"/>
              </a:buClr>
              <a:buSzPts val="1800"/>
              <a:buFont typeface="Noto Sans Symbols"/>
              <a:buNone/>
            </a:pPr>
            <a:r>
              <a:rPr lang="en-US">
                <a:solidFill>
                  <a:srgbClr val="FF0000"/>
                </a:solidFill>
              </a:rPr>
              <a:t>Tapasy Rabeya</a:t>
            </a:r>
            <a:br>
              <a:rPr lang="en-US"/>
            </a:br>
            <a:r>
              <a:rPr lang="en-US"/>
              <a:t>Senior Lecturer</a:t>
            </a:r>
            <a:endParaRPr/>
          </a:p>
          <a:p>
            <a:pPr indent="0" lvl="0" marL="0" rtl="0" algn="ctr">
              <a:lnSpc>
                <a:spcPct val="90000"/>
              </a:lnSpc>
              <a:spcBef>
                <a:spcPts val="750"/>
              </a:spcBef>
              <a:spcAft>
                <a:spcPts val="0"/>
              </a:spcAft>
              <a:buClr>
                <a:schemeClr val="dk1"/>
              </a:buClr>
              <a:buSzPts val="1800"/>
              <a:buFont typeface="Noto Sans Symbols"/>
              <a:buNone/>
            </a:pPr>
            <a:r>
              <a:rPr lang="en-US"/>
              <a:t>Department of Computer Science and Engineering</a:t>
            </a:r>
            <a:br>
              <a:rPr lang="en-US"/>
            </a:br>
            <a:r>
              <a:rPr lang="en-US"/>
              <a:t>Daffodil International University, DIU</a:t>
            </a:r>
            <a:endParaRPr/>
          </a:p>
        </p:txBody>
      </p:sp>
      <p:sp>
        <p:nvSpPr>
          <p:cNvPr descr="Diu Logo PNG Images - CleanPNG" id="174" name="Google Shape;174;g3d417e68e76_1_0"/>
          <p:cNvSpPr/>
          <p:nvPr/>
        </p:nvSpPr>
        <p:spPr>
          <a:xfrm>
            <a:off x="155575" y="-144463"/>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175" name="Google Shape;175;g3d417e68e76_1_0"/>
          <p:cNvPicPr preferRelativeResize="0"/>
          <p:nvPr/>
        </p:nvPicPr>
        <p:blipFill rotWithShape="1">
          <a:blip r:embed="rId3">
            <a:alphaModFix/>
          </a:blip>
          <a:srcRect b="0" l="0" r="0" t="0"/>
          <a:stretch/>
        </p:blipFill>
        <p:spPr>
          <a:xfrm>
            <a:off x="3733800" y="381000"/>
            <a:ext cx="1371600" cy="685800"/>
          </a:xfrm>
          <a:prstGeom prst="rect">
            <a:avLst/>
          </a:prstGeom>
          <a:noFill/>
          <a:ln>
            <a:noFill/>
          </a:ln>
        </p:spPr>
      </p:pic>
      <p:sp>
        <p:nvSpPr>
          <p:cNvPr id="176" name="Google Shape;176;g3d417e68e76_1_0"/>
          <p:cNvSpPr txBox="1"/>
          <p:nvPr>
            <p:ph idx="11" type="ftr"/>
          </p:nvPr>
        </p:nvSpPr>
        <p:spPr>
          <a:xfrm>
            <a:off x="3028950" y="6356351"/>
            <a:ext cx="3086100" cy="3651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Department of CSE, Daffodil International University</a:t>
            </a:r>
            <a:endParaRPr/>
          </a:p>
        </p:txBody>
      </p:sp>
      <p:sp>
        <p:nvSpPr>
          <p:cNvPr id="177" name="Google Shape;177;g3d417e68e76_1_0"/>
          <p:cNvSpPr txBox="1"/>
          <p:nvPr>
            <p:ph idx="12" type="sldNum"/>
          </p:nvPr>
        </p:nvSpPr>
        <p:spPr>
          <a:xfrm>
            <a:off x="6457950" y="6356351"/>
            <a:ext cx="20574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8" name="Google Shape;178;g3d417e68e76_1_0" title="fSKiX.gif"/>
          <p:cNvPicPr preferRelativeResize="0"/>
          <p:nvPr/>
        </p:nvPicPr>
        <p:blipFill>
          <a:blip r:embed="rId4">
            <a:alphaModFix/>
          </a:blip>
          <a:stretch>
            <a:fillRect/>
          </a:stretch>
        </p:blipFill>
        <p:spPr>
          <a:xfrm>
            <a:off x="3199796" y="2702375"/>
            <a:ext cx="2375704" cy="2316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
          <p:cNvSpPr txBox="1"/>
          <p:nvPr/>
        </p:nvSpPr>
        <p:spPr>
          <a:xfrm>
            <a:off x="1371600" y="1600200"/>
            <a:ext cx="6857640" cy="4525560"/>
          </a:xfrm>
          <a:prstGeom prst="rect">
            <a:avLst/>
          </a:prstGeom>
          <a:noFill/>
          <a:ln>
            <a:noFill/>
          </a:ln>
        </p:spPr>
        <p:txBody>
          <a:bodyPr anchorCtr="0" anchor="t" bIns="45700" lIns="91425" spcFirstLastPara="1" rIns="91425" wrap="square" tIns="45700">
            <a:noAutofit/>
          </a:bodyPr>
          <a:lstStyle/>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3D Display</a:t>
            </a:r>
            <a:endParaRPr sz="1800">
              <a:solidFill>
                <a:schemeClr val="dk1"/>
              </a:solidFill>
              <a:latin typeface="Arial"/>
              <a:ea typeface="Arial"/>
              <a:cs typeface="Arial"/>
              <a:sym typeface="Arial"/>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Definition &amp; Types</a:t>
            </a:r>
            <a:endParaRPr b="0" i="0" sz="1800" u="none" cap="none" strike="noStrike">
              <a:solidFill>
                <a:schemeClr val="dk1"/>
              </a:solidFill>
              <a:latin typeface="Arial"/>
              <a:ea typeface="Arial"/>
              <a:cs typeface="Arial"/>
              <a:sym typeface="Arial"/>
            </a:endParaRPr>
          </a:p>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Projection Types</a:t>
            </a:r>
            <a:endParaRPr sz="1800">
              <a:solidFill>
                <a:schemeClr val="dk1"/>
              </a:solidFill>
              <a:latin typeface="Arial"/>
              <a:ea typeface="Arial"/>
              <a:cs typeface="Arial"/>
              <a:sym typeface="Arial"/>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Parallel Projection</a:t>
            </a:r>
            <a:endParaRPr b="0" i="0" sz="1800" u="none" cap="none" strike="noStrike">
              <a:solidFill>
                <a:schemeClr val="dk1"/>
              </a:solidFill>
              <a:latin typeface="Arial"/>
              <a:ea typeface="Arial"/>
              <a:cs typeface="Arial"/>
              <a:sym typeface="Arial"/>
            </a:endParaRPr>
          </a:p>
          <a:p>
            <a:pPr indent="-127000" lvl="2" marL="9144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Times New Roman"/>
                <a:ea typeface="Times New Roman"/>
                <a:cs typeface="Times New Roman"/>
                <a:sym typeface="Times New Roman"/>
              </a:rPr>
              <a:t>Definition &amp; Types</a:t>
            </a:r>
            <a:endParaRPr b="0" i="0" sz="1800" u="none" cap="none" strike="noStrike">
              <a:solidFill>
                <a:schemeClr val="dk1"/>
              </a:solidFill>
              <a:latin typeface="Arial"/>
              <a:ea typeface="Arial"/>
              <a:cs typeface="Arial"/>
              <a:sym typeface="Arial"/>
            </a:endParaRPr>
          </a:p>
          <a:p>
            <a:pPr indent="-152400" lvl="1" marL="457200" marR="0" rtl="0" algn="l">
              <a:lnSpc>
                <a:spcPct val="100000"/>
              </a:lnSpc>
              <a:spcBef>
                <a:spcPts val="0"/>
              </a:spcBef>
              <a:spcAft>
                <a:spcPts val="0"/>
              </a:spcAft>
              <a:buClr>
                <a:srgbClr val="000000"/>
              </a:buClr>
              <a:buSzPts val="2400"/>
              <a:buFont typeface="Noto Sans Symbols"/>
              <a:buChar char="❖"/>
            </a:pPr>
            <a:r>
              <a:rPr b="0" i="0" lang="en-US" sz="2400" u="none" cap="none" strike="noStrike">
                <a:solidFill>
                  <a:srgbClr val="000000"/>
                </a:solidFill>
                <a:latin typeface="Times New Roman"/>
                <a:ea typeface="Times New Roman"/>
                <a:cs typeface="Times New Roman"/>
                <a:sym typeface="Times New Roman"/>
              </a:rPr>
              <a:t>Perspective Projection</a:t>
            </a:r>
            <a:endParaRPr b="0" i="0" sz="1800" u="none" cap="none" strike="noStrike">
              <a:solidFill>
                <a:schemeClr val="dk1"/>
              </a:solidFill>
              <a:latin typeface="Arial"/>
              <a:ea typeface="Arial"/>
              <a:cs typeface="Arial"/>
              <a:sym typeface="Arial"/>
            </a:endParaRPr>
          </a:p>
          <a:p>
            <a:pPr indent="-127000" lvl="2" marL="9144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Times New Roman"/>
                <a:ea typeface="Times New Roman"/>
                <a:cs typeface="Times New Roman"/>
                <a:sym typeface="Times New Roman"/>
              </a:rPr>
              <a:t>Definition &amp; Types</a:t>
            </a:r>
            <a:endParaRPr b="0" i="0" sz="1800" u="none" cap="none" strike="noStrike">
              <a:solidFill>
                <a:schemeClr val="dk1"/>
              </a:solidFill>
              <a:latin typeface="Arial"/>
              <a:ea typeface="Arial"/>
              <a:cs typeface="Arial"/>
              <a:sym typeface="Arial"/>
            </a:endParaRPr>
          </a:p>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Depth Cueing</a:t>
            </a:r>
            <a:endParaRPr sz="1800">
              <a:solidFill>
                <a:schemeClr val="dk1"/>
              </a:solidFill>
              <a:latin typeface="Arial"/>
              <a:ea typeface="Arial"/>
              <a:cs typeface="Arial"/>
              <a:sym typeface="Arial"/>
            </a:endParaRPr>
          </a:p>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Surface Rendering</a:t>
            </a:r>
            <a:endParaRPr sz="1800">
              <a:solidFill>
                <a:schemeClr val="dk1"/>
              </a:solidFill>
              <a:latin typeface="Arial"/>
              <a:ea typeface="Arial"/>
              <a:cs typeface="Arial"/>
              <a:sym typeface="Arial"/>
            </a:endParaRPr>
          </a:p>
        </p:txBody>
      </p:sp>
      <p:sp>
        <p:nvSpPr>
          <p:cNvPr id="184" name="Google Shape;184;p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185" name="Google Shape;185;p2"/>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Contents</a:t>
            </a:r>
            <a:endParaRPr sz="3300">
              <a:solidFill>
                <a:srgbClr val="000000"/>
              </a:solidFill>
              <a:latin typeface="Calibri"/>
              <a:ea typeface="Calibri"/>
              <a:cs typeface="Calibri"/>
              <a:sym typeface="Calibri"/>
            </a:endParaRPr>
          </a:p>
        </p:txBody>
      </p:sp>
      <p:pic>
        <p:nvPicPr>
          <p:cNvPr id="186" name="Google Shape;186;p2"/>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
          <p:cNvSpPr txBox="1"/>
          <p:nvPr/>
        </p:nvSpPr>
        <p:spPr>
          <a:xfrm>
            <a:off x="685800" y="1523880"/>
            <a:ext cx="8229240" cy="4906440"/>
          </a:xfrm>
          <a:prstGeom prst="rect">
            <a:avLst/>
          </a:prstGeom>
          <a:noFill/>
          <a:ln>
            <a:noFill/>
          </a:ln>
        </p:spPr>
        <p:txBody>
          <a:bodyPr anchorCtr="0" anchor="t" bIns="45700" lIns="91425" spcFirstLastPara="1" rIns="91425" wrap="square" tIns="45700">
            <a:noAutofit/>
          </a:bodyPr>
          <a:lstStyle/>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Times New Roman"/>
                <a:ea typeface="Times New Roman"/>
                <a:cs typeface="Times New Roman"/>
                <a:sym typeface="Times New Roman"/>
              </a:rPr>
              <a:t>3D graphics deals with generating and displaying three dimensional objects in a two-dimensional space(eg: display screen).</a:t>
            </a:r>
            <a:endParaRPr sz="1800">
              <a:solidFill>
                <a:schemeClr val="dk1"/>
              </a:solidFill>
              <a:latin typeface="Arial"/>
              <a:ea typeface="Arial"/>
              <a:cs typeface="Arial"/>
              <a:sym typeface="Arial"/>
            </a:endParaRPr>
          </a:p>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Times New Roman"/>
                <a:ea typeface="Times New Roman"/>
                <a:cs typeface="Times New Roman"/>
                <a:sym typeface="Times New Roman"/>
              </a:rPr>
              <a:t>In addition to color and brightness, a 3-D pixels adds a depth property that indicates where the point lies on the imaginary z-axis.</a:t>
            </a:r>
            <a:endParaRPr sz="1800">
              <a:solidFill>
                <a:schemeClr val="dk1"/>
              </a:solidFill>
              <a:latin typeface="Arial"/>
              <a:ea typeface="Arial"/>
              <a:cs typeface="Arial"/>
              <a:sym typeface="Arial"/>
            </a:endParaRPr>
          </a:p>
          <a:p>
            <a:pPr indent="-165100" lvl="0" marL="0" marR="0" rtl="0" algn="l">
              <a:lnSpc>
                <a:spcPct val="100000"/>
              </a:lnSpc>
              <a:spcBef>
                <a:spcPts val="0"/>
              </a:spcBef>
              <a:spcAft>
                <a:spcPts val="0"/>
              </a:spcAft>
              <a:buClr>
                <a:srgbClr val="000000"/>
              </a:buClr>
              <a:buSzPts val="2600"/>
              <a:buFont typeface="Arial"/>
              <a:buChar char="•"/>
            </a:pPr>
            <a:r>
              <a:rPr lang="en-US" sz="2600">
                <a:solidFill>
                  <a:srgbClr val="000000"/>
                </a:solidFill>
                <a:latin typeface="Times New Roman"/>
                <a:ea typeface="Times New Roman"/>
                <a:cs typeface="Times New Roman"/>
                <a:sym typeface="Times New Roman"/>
              </a:rPr>
              <a:t>To generate realistic picture we have to first setup a coordinate reference for camera. This co-ordinate reference defines the position and orientation for the plane of the camera.</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192" name="Google Shape;192;p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193" name="Google Shape;193;p3"/>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3D Display M</a:t>
            </a:r>
            <a:r>
              <a:rPr b="1" lang="en-US" sz="3700">
                <a:latin typeface="Times New Roman"/>
                <a:ea typeface="Times New Roman"/>
                <a:cs typeface="Times New Roman"/>
                <a:sym typeface="Times New Roman"/>
              </a:rPr>
              <a:t>ethods</a:t>
            </a:r>
            <a:endParaRPr sz="3300">
              <a:solidFill>
                <a:srgbClr val="000000"/>
              </a:solidFill>
              <a:latin typeface="Calibri"/>
              <a:ea typeface="Calibri"/>
              <a:cs typeface="Calibri"/>
              <a:sym typeface="Calibri"/>
            </a:endParaRPr>
          </a:p>
        </p:txBody>
      </p:sp>
      <p:pic>
        <p:nvPicPr>
          <p:cNvPr id="194" name="Google Shape;194;p3"/>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4"/>
          <p:cNvSpPr txBox="1"/>
          <p:nvPr/>
        </p:nvSpPr>
        <p:spPr>
          <a:xfrm>
            <a:off x="457200" y="1523880"/>
            <a:ext cx="3657240" cy="4647960"/>
          </a:xfrm>
          <a:prstGeom prst="rect">
            <a:avLst/>
          </a:prstGeom>
          <a:noFill/>
          <a:ln>
            <a:noFill/>
          </a:ln>
        </p:spPr>
        <p:txBody>
          <a:bodyPr anchorCtr="0" anchor="t" bIns="45700" lIns="91425" spcFirstLastPara="1" rIns="91425" wrap="square" tIns="45700">
            <a:noAutofit/>
          </a:bodyPr>
          <a:lstStyle/>
          <a:p>
            <a:pPr indent="-177800" lvl="0" marL="0" marR="0" rtl="0" algn="l">
              <a:lnSpc>
                <a:spcPct val="100000"/>
              </a:lnSpc>
              <a:spcBef>
                <a:spcPts val="0"/>
              </a:spcBef>
              <a:spcAft>
                <a:spcPts val="0"/>
              </a:spcAft>
              <a:buClr>
                <a:srgbClr val="000000"/>
              </a:buClr>
              <a:buSzPts val="2800"/>
              <a:buFont typeface="Arial"/>
              <a:buChar char="•"/>
            </a:pPr>
            <a:r>
              <a:rPr lang="en-US" sz="2800">
                <a:solidFill>
                  <a:srgbClr val="000000"/>
                </a:solidFill>
                <a:latin typeface="Times New Roman"/>
                <a:ea typeface="Times New Roman"/>
                <a:cs typeface="Times New Roman"/>
                <a:sym typeface="Times New Roman"/>
              </a:rPr>
              <a:t>This plane used to display a view of the object</a:t>
            </a:r>
            <a:endParaRPr sz="1800">
              <a:solidFill>
                <a:schemeClr val="dk1"/>
              </a:solidFill>
              <a:latin typeface="Arial"/>
              <a:ea typeface="Arial"/>
              <a:cs typeface="Arial"/>
              <a:sym typeface="Arial"/>
            </a:endParaRPr>
          </a:p>
          <a:p>
            <a:pPr indent="-177800" lvl="0" marL="0" marR="0" rtl="0" algn="l">
              <a:lnSpc>
                <a:spcPct val="100000"/>
              </a:lnSpc>
              <a:spcBef>
                <a:spcPts val="0"/>
              </a:spcBef>
              <a:spcAft>
                <a:spcPts val="0"/>
              </a:spcAft>
              <a:buClr>
                <a:srgbClr val="000000"/>
              </a:buClr>
              <a:buSzPts val="2800"/>
              <a:buFont typeface="Arial"/>
              <a:buChar char="•"/>
            </a:pPr>
            <a:r>
              <a:rPr lang="en-US" sz="2800">
                <a:solidFill>
                  <a:srgbClr val="000000"/>
                </a:solidFill>
                <a:latin typeface="Times New Roman"/>
                <a:ea typeface="Times New Roman"/>
                <a:cs typeface="Times New Roman"/>
                <a:sym typeface="Times New Roman"/>
              </a:rPr>
              <a:t> Object description has to transfer to the camera reference co-ordinates and projected onto the selected display plane.</a:t>
            </a:r>
            <a:endParaRPr sz="1800">
              <a:solidFill>
                <a:schemeClr val="dk1"/>
              </a:solidFill>
              <a:latin typeface="Arial"/>
              <a:ea typeface="Arial"/>
              <a:cs typeface="Arial"/>
              <a:sym typeface="Arial"/>
            </a:endParaRPr>
          </a:p>
        </p:txBody>
      </p:sp>
      <p:pic>
        <p:nvPicPr>
          <p:cNvPr id="200" name="Google Shape;200;p4"/>
          <p:cNvPicPr preferRelativeResize="0"/>
          <p:nvPr/>
        </p:nvPicPr>
        <p:blipFill rotWithShape="1">
          <a:blip r:embed="rId3">
            <a:alphaModFix/>
          </a:blip>
          <a:srcRect b="0" l="0" r="0" t="0"/>
          <a:stretch/>
        </p:blipFill>
        <p:spPr>
          <a:xfrm>
            <a:off x="4511520" y="2244600"/>
            <a:ext cx="4174920" cy="3434760"/>
          </a:xfrm>
          <a:prstGeom prst="rect">
            <a:avLst/>
          </a:prstGeom>
          <a:noFill/>
          <a:ln>
            <a:noFill/>
          </a:ln>
        </p:spPr>
      </p:pic>
      <p:sp>
        <p:nvSpPr>
          <p:cNvPr id="201" name="Google Shape;201;p4"/>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202" name="Google Shape;202;p4"/>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3D Display Methods Cntd</a:t>
            </a:r>
            <a:endParaRPr sz="3300">
              <a:solidFill>
                <a:srgbClr val="000000"/>
              </a:solidFill>
              <a:latin typeface="Calibri"/>
              <a:ea typeface="Calibri"/>
              <a:cs typeface="Calibri"/>
              <a:sym typeface="Calibri"/>
            </a:endParaRPr>
          </a:p>
        </p:txBody>
      </p:sp>
      <p:pic>
        <p:nvPicPr>
          <p:cNvPr id="203" name="Google Shape;203;p4"/>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5"/>
          <p:cNvPicPr preferRelativeResize="0"/>
          <p:nvPr/>
        </p:nvPicPr>
        <p:blipFill rotWithShape="1">
          <a:blip r:embed="rId3">
            <a:alphaModFix/>
          </a:blip>
          <a:srcRect b="0" l="0" r="0" t="0"/>
          <a:stretch/>
        </p:blipFill>
        <p:spPr>
          <a:xfrm>
            <a:off x="990720" y="1379520"/>
            <a:ext cx="7086240" cy="5159160"/>
          </a:xfrm>
          <a:prstGeom prst="rect">
            <a:avLst/>
          </a:prstGeom>
          <a:noFill/>
          <a:ln>
            <a:noFill/>
          </a:ln>
        </p:spPr>
      </p:pic>
      <p:sp>
        <p:nvSpPr>
          <p:cNvPr id="209" name="Google Shape;209;p5"/>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210" name="Google Shape;210;p5"/>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Types</a:t>
            </a:r>
            <a:endParaRPr sz="3300">
              <a:solidFill>
                <a:srgbClr val="000000"/>
              </a:solidFill>
              <a:latin typeface="Calibri"/>
              <a:ea typeface="Calibri"/>
              <a:cs typeface="Calibri"/>
              <a:sym typeface="Calibri"/>
            </a:endParaRPr>
          </a:p>
        </p:txBody>
      </p:sp>
      <p:pic>
        <p:nvPicPr>
          <p:cNvPr id="211" name="Google Shape;211;p5"/>
          <p:cNvPicPr preferRelativeResize="0"/>
          <p:nvPr/>
        </p:nvPicPr>
        <p:blipFill rotWithShape="1">
          <a:blip r:embed="rId4">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6"/>
          <p:cNvSpPr txBox="1"/>
          <p:nvPr/>
        </p:nvSpPr>
        <p:spPr>
          <a:xfrm>
            <a:off x="675001" y="1606500"/>
            <a:ext cx="7554300" cy="487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2800">
                <a:solidFill>
                  <a:schemeClr val="dk1"/>
                </a:solidFill>
                <a:latin typeface="Times New Roman"/>
                <a:ea typeface="Times New Roman"/>
                <a:cs typeface="Times New Roman"/>
                <a:sym typeface="Times New Roman"/>
              </a:rPr>
              <a:t>It is the process of converting a 3D object into a 2D object. It is also defined as mapping or transformation of the object in the projection plane or view plane. The view plane is displayed surface.</a:t>
            </a:r>
            <a:endParaRPr sz="2800">
              <a:solidFill>
                <a:schemeClr val="dk1"/>
              </a:solidFill>
              <a:latin typeface="Times New Roman"/>
              <a:ea typeface="Times New Roman"/>
              <a:cs typeface="Times New Roman"/>
              <a:sym typeface="Times New Roman"/>
            </a:endParaRPr>
          </a:p>
          <a:p>
            <a:pPr indent="0" lvl="0" marL="457200" marR="0" rtl="0" algn="l">
              <a:lnSpc>
                <a:spcPct val="100000"/>
              </a:lnSpc>
              <a:spcBef>
                <a:spcPts val="1200"/>
              </a:spcBef>
              <a:spcAft>
                <a:spcPts val="0"/>
              </a:spcAft>
              <a:buNone/>
            </a:pPr>
            <a:br>
              <a:rPr b="1" i="1" lang="en-US" sz="2600">
                <a:solidFill>
                  <a:srgbClr val="000000"/>
                </a:solidFill>
                <a:latin typeface="Times New Roman"/>
                <a:ea typeface="Times New Roman"/>
                <a:cs typeface="Times New Roman"/>
                <a:sym typeface="Times New Roman"/>
              </a:rPr>
            </a:b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17" name="Google Shape;217;p6"/>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218" name="Google Shape;218;p6"/>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Projection</a:t>
            </a:r>
            <a:endParaRPr sz="3300">
              <a:solidFill>
                <a:srgbClr val="000000"/>
              </a:solidFill>
              <a:latin typeface="Calibri"/>
              <a:ea typeface="Calibri"/>
              <a:cs typeface="Calibri"/>
              <a:sym typeface="Calibri"/>
            </a:endParaRPr>
          </a:p>
        </p:txBody>
      </p:sp>
      <p:pic>
        <p:nvPicPr>
          <p:cNvPr id="219" name="Google Shape;219;p6"/>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3d417e68e76_1_121"/>
          <p:cNvSpPr txBox="1"/>
          <p:nvPr/>
        </p:nvSpPr>
        <p:spPr>
          <a:xfrm>
            <a:off x="675001" y="1606500"/>
            <a:ext cx="7554300" cy="4870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t/>
            </a:r>
            <a:endParaRPr sz="2800">
              <a:solidFill>
                <a:schemeClr val="dk1"/>
              </a:solidFill>
              <a:latin typeface="Times New Roman"/>
              <a:ea typeface="Times New Roman"/>
              <a:cs typeface="Times New Roman"/>
              <a:sym typeface="Times New Roman"/>
            </a:endParaRPr>
          </a:p>
          <a:p>
            <a:pPr indent="0" lvl="0" marL="457200" marR="0" rtl="0" algn="l">
              <a:lnSpc>
                <a:spcPct val="100000"/>
              </a:lnSpc>
              <a:spcBef>
                <a:spcPts val="1200"/>
              </a:spcBef>
              <a:spcAft>
                <a:spcPts val="0"/>
              </a:spcAft>
              <a:buNone/>
            </a:pPr>
            <a:br>
              <a:rPr b="1" i="1" lang="en-US" sz="2600">
                <a:solidFill>
                  <a:srgbClr val="000000"/>
                </a:solidFill>
                <a:latin typeface="Times New Roman"/>
                <a:ea typeface="Times New Roman"/>
                <a:cs typeface="Times New Roman"/>
                <a:sym typeface="Times New Roman"/>
              </a:rPr>
            </a:b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5" name="Google Shape;225;g3d417e68e76_1_121"/>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226" name="Google Shape;226;g3d417e68e76_1_121"/>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Projection</a:t>
            </a:r>
            <a:endParaRPr sz="3300">
              <a:solidFill>
                <a:srgbClr val="000000"/>
              </a:solidFill>
              <a:latin typeface="Calibri"/>
              <a:ea typeface="Calibri"/>
              <a:cs typeface="Calibri"/>
              <a:sym typeface="Calibri"/>
            </a:endParaRPr>
          </a:p>
        </p:txBody>
      </p:sp>
      <p:pic>
        <p:nvPicPr>
          <p:cNvPr id="227" name="Google Shape;227;g3d417e68e76_1_121"/>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pic>
        <p:nvPicPr>
          <p:cNvPr id="228" name="Google Shape;228;g3d417e68e76_1_121"/>
          <p:cNvPicPr preferRelativeResize="0"/>
          <p:nvPr/>
        </p:nvPicPr>
        <p:blipFill>
          <a:blip r:embed="rId4">
            <a:alphaModFix/>
          </a:blip>
          <a:stretch>
            <a:fillRect/>
          </a:stretch>
        </p:blipFill>
        <p:spPr>
          <a:xfrm>
            <a:off x="928034" y="1606500"/>
            <a:ext cx="7168215" cy="46561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g3d417e68e76_1_112"/>
          <p:cNvSpPr txBox="1"/>
          <p:nvPr/>
        </p:nvSpPr>
        <p:spPr>
          <a:xfrm>
            <a:off x="1295280" y="1676520"/>
            <a:ext cx="6933900" cy="4800300"/>
          </a:xfrm>
          <a:prstGeom prst="rect">
            <a:avLst/>
          </a:prstGeom>
          <a:noFill/>
          <a:ln>
            <a:noFill/>
          </a:ln>
        </p:spPr>
        <p:txBody>
          <a:bodyPr anchorCtr="0" anchor="t" bIns="45700" lIns="91425" spcFirstLastPara="1" rIns="91425" wrap="square" tIns="45700">
            <a:noAutofit/>
          </a:bodyPr>
          <a:lstStyle/>
          <a:p>
            <a:pPr indent="-165100" lvl="0" marL="0" marR="0" rtl="0" algn="l">
              <a:lnSpc>
                <a:spcPct val="100000"/>
              </a:lnSpc>
              <a:spcBef>
                <a:spcPts val="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Transform 3D objects on to a 2D plane using projections</a:t>
            </a:r>
            <a:br>
              <a:rPr b="1" i="1" lang="en-US" sz="2600">
                <a:solidFill>
                  <a:srgbClr val="000000"/>
                </a:solidFill>
                <a:latin typeface="Times New Roman"/>
                <a:ea typeface="Times New Roman"/>
                <a:cs typeface="Times New Roman"/>
                <a:sym typeface="Times New Roman"/>
              </a:rPr>
            </a:br>
            <a:endParaRPr sz="1800">
              <a:solidFill>
                <a:schemeClr val="dk1"/>
              </a:solidFill>
              <a:latin typeface="Arial"/>
              <a:ea typeface="Arial"/>
              <a:cs typeface="Arial"/>
              <a:sym typeface="Arial"/>
            </a:endParaRPr>
          </a:p>
          <a:p>
            <a:pPr indent="-165100" lvl="0" marL="0" marR="0" rtl="0" algn="l">
              <a:lnSpc>
                <a:spcPct val="100000"/>
              </a:lnSpc>
              <a:spcBef>
                <a:spcPts val="0"/>
              </a:spcBef>
              <a:spcAft>
                <a:spcPts val="0"/>
              </a:spcAft>
              <a:buClr>
                <a:srgbClr val="000000"/>
              </a:buClr>
              <a:buSzPts val="2600"/>
              <a:buFont typeface="Noto Sans Symbols"/>
              <a:buChar char="⮚"/>
            </a:pPr>
            <a:r>
              <a:rPr b="1" lang="en-US" sz="2600">
                <a:solidFill>
                  <a:srgbClr val="000000"/>
                </a:solidFill>
                <a:latin typeface="Times New Roman"/>
                <a:ea typeface="Times New Roman"/>
                <a:cs typeface="Times New Roman"/>
                <a:sym typeface="Times New Roman"/>
              </a:rPr>
              <a:t>2 types of projections</a:t>
            </a:r>
            <a:endParaRPr sz="1800">
              <a:solidFill>
                <a:schemeClr val="dk1"/>
              </a:solidFill>
              <a:latin typeface="Arial"/>
              <a:ea typeface="Arial"/>
              <a:cs typeface="Arial"/>
              <a:sym typeface="Arial"/>
            </a:endParaRPr>
          </a:p>
          <a:p>
            <a:pPr indent="-165100" lvl="1" marL="457200" marR="0" rtl="0" algn="l">
              <a:lnSpc>
                <a:spcPct val="10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Perspective</a:t>
            </a:r>
            <a:endParaRPr b="0" i="0" sz="1800" u="none" cap="none" strike="noStrike">
              <a:solidFill>
                <a:schemeClr val="dk1"/>
              </a:solidFill>
              <a:latin typeface="Arial"/>
              <a:ea typeface="Arial"/>
              <a:cs typeface="Arial"/>
              <a:sym typeface="Arial"/>
            </a:endParaRPr>
          </a:p>
          <a:p>
            <a:pPr indent="-165100" lvl="1" marL="457200" marR="0" rtl="0" algn="l">
              <a:lnSpc>
                <a:spcPct val="10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Parallel</a:t>
            </a:r>
            <a:endParaRPr b="0" i="0" sz="1800" u="none" cap="none" strike="noStrike">
              <a:solidFill>
                <a:schemeClr val="dk1"/>
              </a:solidFill>
              <a:latin typeface="Arial"/>
              <a:ea typeface="Arial"/>
              <a:cs typeface="Arial"/>
              <a:sym typeface="Arial"/>
            </a:endParaRPr>
          </a:p>
        </p:txBody>
      </p:sp>
      <p:sp>
        <p:nvSpPr>
          <p:cNvPr id="234" name="Google Shape;234;g3d417e68e76_1_112"/>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
        <p:nvSpPr>
          <p:cNvPr id="235" name="Google Shape;235;g3d417e68e76_1_112"/>
          <p:cNvSpPr txBox="1"/>
          <p:nvPr/>
        </p:nvSpPr>
        <p:spPr>
          <a:xfrm>
            <a:off x="442725" y="344450"/>
            <a:ext cx="7886700" cy="1039500"/>
          </a:xfrm>
          <a:prstGeom prst="rect">
            <a:avLst/>
          </a:prstGeom>
          <a:solidFill>
            <a:srgbClr val="9FC5E8"/>
          </a:solid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None/>
            </a:pPr>
            <a:r>
              <a:rPr b="1" lang="en-US" sz="3700">
                <a:latin typeface="Times New Roman"/>
                <a:ea typeface="Times New Roman"/>
                <a:cs typeface="Times New Roman"/>
                <a:sym typeface="Times New Roman"/>
              </a:rPr>
              <a:t>Types of </a:t>
            </a:r>
            <a:r>
              <a:rPr b="1" lang="en-US" sz="3700">
                <a:latin typeface="Times New Roman"/>
                <a:ea typeface="Times New Roman"/>
                <a:cs typeface="Times New Roman"/>
                <a:sym typeface="Times New Roman"/>
              </a:rPr>
              <a:t>Projection</a:t>
            </a:r>
            <a:endParaRPr sz="3300">
              <a:solidFill>
                <a:srgbClr val="000000"/>
              </a:solidFill>
              <a:latin typeface="Calibri"/>
              <a:ea typeface="Calibri"/>
              <a:cs typeface="Calibri"/>
              <a:sym typeface="Calibri"/>
            </a:endParaRPr>
          </a:p>
        </p:txBody>
      </p:sp>
      <p:pic>
        <p:nvPicPr>
          <p:cNvPr id="236" name="Google Shape;236;g3d417e68e76_1_112"/>
          <p:cNvPicPr preferRelativeResize="0"/>
          <p:nvPr/>
        </p:nvPicPr>
        <p:blipFill rotWithShape="1">
          <a:blip r:embed="rId3">
            <a:alphaModFix/>
          </a:blip>
          <a:srcRect b="0" l="0" r="0" t="0"/>
          <a:stretch/>
        </p:blipFill>
        <p:spPr>
          <a:xfrm>
            <a:off x="8015225" y="521300"/>
            <a:ext cx="1371600" cy="68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p:nvPr/>
        </p:nvSpPr>
        <p:spPr>
          <a:xfrm>
            <a:off x="3049200" y="685800"/>
            <a:ext cx="2002320" cy="6994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b="1" lang="en-US" sz="2000">
                <a:solidFill>
                  <a:srgbClr val="660066"/>
                </a:solidFill>
                <a:latin typeface="Calibri"/>
                <a:ea typeface="Calibri"/>
                <a:cs typeface="Calibri"/>
                <a:sym typeface="Calibri"/>
              </a:rPr>
              <a:t>PROJECTIONS</a:t>
            </a:r>
            <a:endParaRPr sz="1800">
              <a:solidFill>
                <a:schemeClr val="dk1"/>
              </a:solidFill>
              <a:latin typeface="Arial"/>
              <a:ea typeface="Arial"/>
              <a:cs typeface="Arial"/>
              <a:sym typeface="Arial"/>
            </a:endParaRPr>
          </a:p>
        </p:txBody>
      </p:sp>
      <p:sp>
        <p:nvSpPr>
          <p:cNvPr id="242" name="Google Shape;242;p7"/>
          <p:cNvSpPr/>
          <p:nvPr/>
        </p:nvSpPr>
        <p:spPr>
          <a:xfrm>
            <a:off x="304920" y="1728720"/>
            <a:ext cx="2150640" cy="10270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9900FF"/>
                </a:solidFill>
                <a:latin typeface="Calibri"/>
                <a:ea typeface="Calibri"/>
                <a:cs typeface="Calibri"/>
                <a:sym typeface="Calibri"/>
              </a:rPr>
              <a:t>PARALLEL </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(parallel projectors)</a:t>
            </a:r>
            <a:endParaRPr sz="1800">
              <a:solidFill>
                <a:schemeClr val="dk1"/>
              </a:solidFill>
              <a:latin typeface="Arial"/>
              <a:ea typeface="Arial"/>
              <a:cs typeface="Arial"/>
              <a:sym typeface="Arial"/>
            </a:endParaRPr>
          </a:p>
        </p:txBody>
      </p:sp>
      <p:sp>
        <p:nvSpPr>
          <p:cNvPr id="243" name="Google Shape;243;p7"/>
          <p:cNvSpPr/>
          <p:nvPr/>
        </p:nvSpPr>
        <p:spPr>
          <a:xfrm>
            <a:off x="5348880" y="1875960"/>
            <a:ext cx="2521800" cy="10270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9900FF"/>
                </a:solidFill>
                <a:latin typeface="Calibri"/>
                <a:ea typeface="Calibri"/>
                <a:cs typeface="Calibri"/>
                <a:sym typeface="Calibri"/>
              </a:rPr>
              <a:t>PERSPECTIVE</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(converging projectors)</a:t>
            </a:r>
            <a:endParaRPr sz="1800">
              <a:solidFill>
                <a:schemeClr val="dk1"/>
              </a:solidFill>
              <a:latin typeface="Arial"/>
              <a:ea typeface="Arial"/>
              <a:cs typeface="Arial"/>
              <a:sym typeface="Arial"/>
            </a:endParaRPr>
          </a:p>
        </p:txBody>
      </p:sp>
      <p:cxnSp>
        <p:nvCxnSpPr>
          <p:cNvPr id="244" name="Google Shape;244;p7"/>
          <p:cNvCxnSpPr/>
          <p:nvPr/>
        </p:nvCxnSpPr>
        <p:spPr>
          <a:xfrm flipH="1">
            <a:off x="1788120" y="1053360"/>
            <a:ext cx="2076840" cy="735120"/>
          </a:xfrm>
          <a:prstGeom prst="straightConnector1">
            <a:avLst/>
          </a:prstGeom>
          <a:noFill/>
          <a:ln cap="flat" cmpd="sng" w="9525">
            <a:solidFill>
              <a:srgbClr val="000000"/>
            </a:solidFill>
            <a:prstDash val="solid"/>
            <a:round/>
            <a:headEnd len="sm" w="sm" type="none"/>
            <a:tailEnd len="med" w="med" type="triangle"/>
          </a:ln>
        </p:spPr>
      </p:cxnSp>
      <p:cxnSp>
        <p:nvCxnSpPr>
          <p:cNvPr id="245" name="Google Shape;245;p7"/>
          <p:cNvCxnSpPr/>
          <p:nvPr/>
        </p:nvCxnSpPr>
        <p:spPr>
          <a:xfrm>
            <a:off x="3864960" y="1053360"/>
            <a:ext cx="2077200" cy="735120"/>
          </a:xfrm>
          <a:prstGeom prst="straightConnector1">
            <a:avLst/>
          </a:prstGeom>
          <a:noFill/>
          <a:ln cap="flat" cmpd="sng" w="9525">
            <a:solidFill>
              <a:srgbClr val="000000"/>
            </a:solidFill>
            <a:prstDash val="solid"/>
            <a:round/>
            <a:headEnd len="sm" w="sm" type="none"/>
            <a:tailEnd len="med" w="med" type="triangle"/>
          </a:ln>
        </p:spPr>
      </p:cxnSp>
      <p:cxnSp>
        <p:nvCxnSpPr>
          <p:cNvPr id="246" name="Google Shape;246;p7"/>
          <p:cNvCxnSpPr/>
          <p:nvPr/>
        </p:nvCxnSpPr>
        <p:spPr>
          <a:xfrm>
            <a:off x="6683760" y="2684520"/>
            <a:ext cx="0" cy="2426040"/>
          </a:xfrm>
          <a:prstGeom prst="straightConnector1">
            <a:avLst/>
          </a:prstGeom>
          <a:noFill/>
          <a:ln cap="flat" cmpd="sng" w="9525">
            <a:solidFill>
              <a:srgbClr val="000000"/>
            </a:solidFill>
            <a:prstDash val="solid"/>
            <a:round/>
            <a:headEnd len="sm" w="sm" type="none"/>
            <a:tailEnd len="sm" w="sm" type="none"/>
          </a:ln>
        </p:spPr>
      </p:cxnSp>
      <p:cxnSp>
        <p:nvCxnSpPr>
          <p:cNvPr id="247" name="Google Shape;247;p7"/>
          <p:cNvCxnSpPr/>
          <p:nvPr/>
        </p:nvCxnSpPr>
        <p:spPr>
          <a:xfrm>
            <a:off x="6683760" y="2978640"/>
            <a:ext cx="445320" cy="0"/>
          </a:xfrm>
          <a:prstGeom prst="straightConnector1">
            <a:avLst/>
          </a:prstGeom>
          <a:noFill/>
          <a:ln cap="flat" cmpd="sng" w="9525">
            <a:solidFill>
              <a:srgbClr val="000000"/>
            </a:solidFill>
            <a:prstDash val="solid"/>
            <a:round/>
            <a:headEnd len="sm" w="sm" type="none"/>
            <a:tailEnd len="med" w="med" type="triangle"/>
          </a:ln>
        </p:spPr>
      </p:cxnSp>
      <p:cxnSp>
        <p:nvCxnSpPr>
          <p:cNvPr id="248" name="Google Shape;248;p7"/>
          <p:cNvCxnSpPr/>
          <p:nvPr/>
        </p:nvCxnSpPr>
        <p:spPr>
          <a:xfrm>
            <a:off x="6683760" y="3860640"/>
            <a:ext cx="445320" cy="0"/>
          </a:xfrm>
          <a:prstGeom prst="straightConnector1">
            <a:avLst/>
          </a:prstGeom>
          <a:noFill/>
          <a:ln cap="flat" cmpd="sng" w="9525">
            <a:solidFill>
              <a:srgbClr val="000000"/>
            </a:solidFill>
            <a:prstDash val="solid"/>
            <a:round/>
            <a:headEnd len="sm" w="sm" type="none"/>
            <a:tailEnd len="med" w="med" type="triangle"/>
          </a:ln>
        </p:spPr>
      </p:cxnSp>
      <p:cxnSp>
        <p:nvCxnSpPr>
          <p:cNvPr id="249" name="Google Shape;249;p7"/>
          <p:cNvCxnSpPr/>
          <p:nvPr/>
        </p:nvCxnSpPr>
        <p:spPr>
          <a:xfrm>
            <a:off x="6683760" y="5110560"/>
            <a:ext cx="445320" cy="0"/>
          </a:xfrm>
          <a:prstGeom prst="straightConnector1">
            <a:avLst/>
          </a:prstGeom>
          <a:noFill/>
          <a:ln cap="flat" cmpd="sng" w="9525">
            <a:solidFill>
              <a:srgbClr val="000000"/>
            </a:solidFill>
            <a:prstDash val="solid"/>
            <a:round/>
            <a:headEnd len="sm" w="sm" type="none"/>
            <a:tailEnd len="med" w="med" type="triangle"/>
          </a:ln>
        </p:spPr>
      </p:cxnSp>
      <p:sp>
        <p:nvSpPr>
          <p:cNvPr id="250" name="Google Shape;250;p7"/>
          <p:cNvSpPr/>
          <p:nvPr/>
        </p:nvSpPr>
        <p:spPr>
          <a:xfrm>
            <a:off x="7203240" y="2757960"/>
            <a:ext cx="1334880" cy="987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1F497D"/>
                </a:solidFill>
                <a:latin typeface="Calibri"/>
                <a:ea typeface="Calibri"/>
                <a:cs typeface="Calibri"/>
                <a:sym typeface="Calibri"/>
              </a:rPr>
              <a:t>One point</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(one principal vanishing point)</a:t>
            </a:r>
            <a:endParaRPr sz="1800">
              <a:solidFill>
                <a:schemeClr val="dk1"/>
              </a:solidFill>
              <a:latin typeface="Arial"/>
              <a:ea typeface="Arial"/>
              <a:cs typeface="Arial"/>
              <a:sym typeface="Arial"/>
            </a:endParaRPr>
          </a:p>
        </p:txBody>
      </p:sp>
      <p:sp>
        <p:nvSpPr>
          <p:cNvPr id="251" name="Google Shape;251;p7"/>
          <p:cNvSpPr/>
          <p:nvPr/>
        </p:nvSpPr>
        <p:spPr>
          <a:xfrm>
            <a:off x="7277400" y="3713760"/>
            <a:ext cx="1334880" cy="987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1F497D"/>
                </a:solidFill>
                <a:latin typeface="Calibri"/>
                <a:ea typeface="Calibri"/>
                <a:cs typeface="Calibri"/>
                <a:sym typeface="Calibri"/>
              </a:rPr>
              <a:t>Two point</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(Two principal vanishing point)</a:t>
            </a:r>
            <a:endParaRPr sz="1800">
              <a:solidFill>
                <a:schemeClr val="dk1"/>
              </a:solidFill>
              <a:latin typeface="Arial"/>
              <a:ea typeface="Arial"/>
              <a:cs typeface="Arial"/>
              <a:sym typeface="Arial"/>
            </a:endParaRPr>
          </a:p>
        </p:txBody>
      </p:sp>
      <p:sp>
        <p:nvSpPr>
          <p:cNvPr id="252" name="Google Shape;252;p7"/>
          <p:cNvSpPr/>
          <p:nvPr/>
        </p:nvSpPr>
        <p:spPr>
          <a:xfrm>
            <a:off x="7351560" y="4830480"/>
            <a:ext cx="1334880" cy="14446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1F497D"/>
                </a:solidFill>
                <a:latin typeface="Calibri"/>
                <a:ea typeface="Calibri"/>
                <a:cs typeface="Calibri"/>
                <a:sym typeface="Calibri"/>
              </a:rPr>
              <a:t>Three point</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(Three principal vanishing point)</a:t>
            </a:r>
            <a:endParaRPr sz="1800">
              <a:solidFill>
                <a:schemeClr val="dk1"/>
              </a:solidFill>
              <a:latin typeface="Arial"/>
              <a:ea typeface="Arial"/>
              <a:cs typeface="Arial"/>
              <a:sym typeface="Arial"/>
            </a:endParaRPr>
          </a:p>
        </p:txBody>
      </p:sp>
      <p:sp>
        <p:nvSpPr>
          <p:cNvPr id="253" name="Google Shape;253;p7"/>
          <p:cNvSpPr/>
          <p:nvPr/>
        </p:nvSpPr>
        <p:spPr>
          <a:xfrm>
            <a:off x="304920" y="2978640"/>
            <a:ext cx="1854000" cy="987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006600"/>
                </a:solidFill>
                <a:latin typeface="Calibri"/>
                <a:ea typeface="Calibri"/>
                <a:cs typeface="Calibri"/>
                <a:sym typeface="Calibri"/>
              </a:rPr>
              <a:t>Orthographic</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(projectors perpendicular to view plane)</a:t>
            </a:r>
            <a:endParaRPr sz="1800">
              <a:solidFill>
                <a:schemeClr val="dk1"/>
              </a:solidFill>
              <a:latin typeface="Arial"/>
              <a:ea typeface="Arial"/>
              <a:cs typeface="Arial"/>
              <a:sym typeface="Arial"/>
            </a:endParaRPr>
          </a:p>
        </p:txBody>
      </p:sp>
      <p:sp>
        <p:nvSpPr>
          <p:cNvPr id="254" name="Google Shape;254;p7"/>
          <p:cNvSpPr/>
          <p:nvPr/>
        </p:nvSpPr>
        <p:spPr>
          <a:xfrm>
            <a:off x="3642840" y="2905200"/>
            <a:ext cx="2447640" cy="80532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006600"/>
                </a:solidFill>
                <a:latin typeface="Calibri"/>
                <a:ea typeface="Calibri"/>
                <a:cs typeface="Calibri"/>
                <a:sym typeface="Calibri"/>
              </a:rPr>
              <a:t>Oblique</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(projectors not perpendicular to view plane)</a:t>
            </a:r>
            <a:endParaRPr sz="1800">
              <a:solidFill>
                <a:schemeClr val="dk1"/>
              </a:solidFill>
              <a:latin typeface="Arial"/>
              <a:ea typeface="Arial"/>
              <a:cs typeface="Arial"/>
              <a:sym typeface="Arial"/>
            </a:endParaRPr>
          </a:p>
        </p:txBody>
      </p:sp>
      <p:cxnSp>
        <p:nvCxnSpPr>
          <p:cNvPr id="255" name="Google Shape;255;p7"/>
          <p:cNvCxnSpPr/>
          <p:nvPr/>
        </p:nvCxnSpPr>
        <p:spPr>
          <a:xfrm flipH="1">
            <a:off x="749520" y="2463840"/>
            <a:ext cx="371160" cy="514800"/>
          </a:xfrm>
          <a:prstGeom prst="straightConnector1">
            <a:avLst/>
          </a:prstGeom>
          <a:noFill/>
          <a:ln cap="flat" cmpd="sng" w="9525">
            <a:solidFill>
              <a:srgbClr val="000000"/>
            </a:solidFill>
            <a:prstDash val="solid"/>
            <a:round/>
            <a:headEnd len="sm" w="sm" type="none"/>
            <a:tailEnd len="med" w="med" type="triangle"/>
          </a:ln>
        </p:spPr>
      </p:cxnSp>
      <p:cxnSp>
        <p:nvCxnSpPr>
          <p:cNvPr id="256" name="Google Shape;256;p7"/>
          <p:cNvCxnSpPr/>
          <p:nvPr/>
        </p:nvCxnSpPr>
        <p:spPr>
          <a:xfrm>
            <a:off x="1120680" y="2463840"/>
            <a:ext cx="2521800" cy="514800"/>
          </a:xfrm>
          <a:prstGeom prst="straightConnector1">
            <a:avLst/>
          </a:prstGeom>
          <a:noFill/>
          <a:ln cap="flat" cmpd="sng" w="9525">
            <a:solidFill>
              <a:srgbClr val="000000"/>
            </a:solidFill>
            <a:prstDash val="solid"/>
            <a:round/>
            <a:headEnd len="sm" w="sm" type="none"/>
            <a:tailEnd len="med" w="med" type="triangle"/>
          </a:ln>
        </p:spPr>
      </p:cxnSp>
      <p:sp>
        <p:nvSpPr>
          <p:cNvPr id="257" name="Google Shape;257;p7"/>
          <p:cNvSpPr/>
          <p:nvPr/>
        </p:nvSpPr>
        <p:spPr>
          <a:xfrm>
            <a:off x="4458600" y="4081320"/>
            <a:ext cx="1186560" cy="363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0000FF"/>
                </a:solidFill>
                <a:latin typeface="Calibri"/>
                <a:ea typeface="Calibri"/>
                <a:cs typeface="Calibri"/>
                <a:sym typeface="Calibri"/>
              </a:rPr>
              <a:t>General</a:t>
            </a:r>
            <a:endParaRPr sz="1800">
              <a:solidFill>
                <a:schemeClr val="dk1"/>
              </a:solidFill>
              <a:latin typeface="Arial"/>
              <a:ea typeface="Arial"/>
              <a:cs typeface="Arial"/>
              <a:sym typeface="Arial"/>
            </a:endParaRPr>
          </a:p>
        </p:txBody>
      </p:sp>
      <p:cxnSp>
        <p:nvCxnSpPr>
          <p:cNvPr id="258" name="Google Shape;258;p7"/>
          <p:cNvCxnSpPr/>
          <p:nvPr/>
        </p:nvCxnSpPr>
        <p:spPr>
          <a:xfrm>
            <a:off x="4977720" y="3493080"/>
            <a:ext cx="0" cy="588240"/>
          </a:xfrm>
          <a:prstGeom prst="straightConnector1">
            <a:avLst/>
          </a:prstGeom>
          <a:noFill/>
          <a:ln cap="flat" cmpd="sng" w="9525">
            <a:solidFill>
              <a:srgbClr val="000000"/>
            </a:solidFill>
            <a:prstDash val="solid"/>
            <a:round/>
            <a:headEnd len="sm" w="sm" type="none"/>
            <a:tailEnd len="med" w="med" type="triangle"/>
          </a:ln>
        </p:spPr>
      </p:cxnSp>
      <p:sp>
        <p:nvSpPr>
          <p:cNvPr id="259" name="Google Shape;259;p7"/>
          <p:cNvSpPr/>
          <p:nvPr/>
        </p:nvSpPr>
        <p:spPr>
          <a:xfrm>
            <a:off x="5348880" y="4522680"/>
            <a:ext cx="1112400" cy="638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FF0000"/>
                </a:solidFill>
                <a:latin typeface="Calibri"/>
                <a:ea typeface="Calibri"/>
                <a:cs typeface="Calibri"/>
                <a:sym typeface="Calibri"/>
              </a:rPr>
              <a:t>Cavalier</a:t>
            </a:r>
            <a:endParaRPr sz="1800">
              <a:solidFill>
                <a:schemeClr val="dk1"/>
              </a:solidFill>
              <a:latin typeface="Arial"/>
              <a:ea typeface="Arial"/>
              <a:cs typeface="Arial"/>
              <a:sym typeface="Arial"/>
            </a:endParaRPr>
          </a:p>
        </p:txBody>
      </p:sp>
      <p:sp>
        <p:nvSpPr>
          <p:cNvPr id="260" name="Google Shape;260;p7"/>
          <p:cNvSpPr/>
          <p:nvPr/>
        </p:nvSpPr>
        <p:spPr>
          <a:xfrm>
            <a:off x="5571360" y="5404680"/>
            <a:ext cx="1038240" cy="638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FF0000"/>
                </a:solidFill>
                <a:latin typeface="Calibri"/>
                <a:ea typeface="Calibri"/>
                <a:cs typeface="Calibri"/>
                <a:sym typeface="Calibri"/>
              </a:rPr>
              <a:t>Cabinet</a:t>
            </a:r>
            <a:endParaRPr sz="1800">
              <a:solidFill>
                <a:schemeClr val="dk1"/>
              </a:solidFill>
              <a:latin typeface="Arial"/>
              <a:ea typeface="Arial"/>
              <a:cs typeface="Arial"/>
              <a:sym typeface="Arial"/>
            </a:endParaRPr>
          </a:p>
        </p:txBody>
      </p:sp>
      <p:sp>
        <p:nvSpPr>
          <p:cNvPr id="261" name="Google Shape;261;p7"/>
          <p:cNvSpPr/>
          <p:nvPr/>
        </p:nvSpPr>
        <p:spPr>
          <a:xfrm>
            <a:off x="304920" y="4228560"/>
            <a:ext cx="1483200" cy="987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FF3399"/>
                </a:solidFill>
                <a:latin typeface="Calibri"/>
                <a:ea typeface="Calibri"/>
                <a:cs typeface="Calibri"/>
                <a:sym typeface="Calibri"/>
              </a:rPr>
              <a:t>Multiview</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(view plane parallel to principal planes)</a:t>
            </a:r>
            <a:endParaRPr sz="1800">
              <a:solidFill>
                <a:schemeClr val="dk1"/>
              </a:solidFill>
              <a:latin typeface="Arial"/>
              <a:ea typeface="Arial"/>
              <a:cs typeface="Arial"/>
              <a:sym typeface="Arial"/>
            </a:endParaRPr>
          </a:p>
        </p:txBody>
      </p:sp>
      <p:sp>
        <p:nvSpPr>
          <p:cNvPr id="262" name="Google Shape;262;p7"/>
          <p:cNvSpPr/>
          <p:nvPr/>
        </p:nvSpPr>
        <p:spPr>
          <a:xfrm>
            <a:off x="2233440" y="4155120"/>
            <a:ext cx="1854000" cy="98784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FF3399"/>
                </a:solidFill>
                <a:latin typeface="Calibri"/>
                <a:ea typeface="Calibri"/>
                <a:cs typeface="Calibri"/>
                <a:sym typeface="Calibri"/>
              </a:rPr>
              <a:t>Axonometric</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1200">
                <a:solidFill>
                  <a:srgbClr val="000000"/>
                </a:solidFill>
                <a:latin typeface="Calibri"/>
                <a:ea typeface="Calibri"/>
                <a:cs typeface="Calibri"/>
                <a:sym typeface="Calibri"/>
              </a:rPr>
              <a:t>(view plane not parallel to principal planes)</a:t>
            </a:r>
            <a:endParaRPr sz="1800">
              <a:solidFill>
                <a:schemeClr val="dk1"/>
              </a:solidFill>
              <a:latin typeface="Arial"/>
              <a:ea typeface="Arial"/>
              <a:cs typeface="Arial"/>
              <a:sym typeface="Arial"/>
            </a:endParaRPr>
          </a:p>
        </p:txBody>
      </p:sp>
      <p:cxnSp>
        <p:nvCxnSpPr>
          <p:cNvPr id="263" name="Google Shape;263;p7"/>
          <p:cNvCxnSpPr/>
          <p:nvPr/>
        </p:nvCxnSpPr>
        <p:spPr>
          <a:xfrm>
            <a:off x="4977720" y="4448880"/>
            <a:ext cx="0" cy="1102680"/>
          </a:xfrm>
          <a:prstGeom prst="straightConnector1">
            <a:avLst/>
          </a:prstGeom>
          <a:noFill/>
          <a:ln cap="flat" cmpd="sng" w="9525">
            <a:solidFill>
              <a:srgbClr val="000000"/>
            </a:solidFill>
            <a:prstDash val="solid"/>
            <a:round/>
            <a:headEnd len="sm" w="sm" type="none"/>
            <a:tailEnd len="sm" w="sm" type="none"/>
          </a:ln>
        </p:spPr>
      </p:cxnSp>
      <p:cxnSp>
        <p:nvCxnSpPr>
          <p:cNvPr id="264" name="Google Shape;264;p7"/>
          <p:cNvCxnSpPr/>
          <p:nvPr/>
        </p:nvCxnSpPr>
        <p:spPr>
          <a:xfrm>
            <a:off x="4977720" y="5551560"/>
            <a:ext cx="593640" cy="0"/>
          </a:xfrm>
          <a:prstGeom prst="straightConnector1">
            <a:avLst/>
          </a:prstGeom>
          <a:noFill/>
          <a:ln cap="flat" cmpd="sng" w="9525">
            <a:solidFill>
              <a:srgbClr val="000000"/>
            </a:solidFill>
            <a:prstDash val="solid"/>
            <a:round/>
            <a:headEnd len="sm" w="sm" type="none"/>
            <a:tailEnd len="med" w="med" type="triangle"/>
          </a:ln>
        </p:spPr>
      </p:cxnSp>
      <p:cxnSp>
        <p:nvCxnSpPr>
          <p:cNvPr id="265" name="Google Shape;265;p7"/>
          <p:cNvCxnSpPr/>
          <p:nvPr/>
        </p:nvCxnSpPr>
        <p:spPr>
          <a:xfrm>
            <a:off x="4977720" y="4743000"/>
            <a:ext cx="370800" cy="0"/>
          </a:xfrm>
          <a:prstGeom prst="straightConnector1">
            <a:avLst/>
          </a:prstGeom>
          <a:noFill/>
          <a:ln cap="flat" cmpd="sng" w="9525">
            <a:solidFill>
              <a:srgbClr val="000000"/>
            </a:solidFill>
            <a:prstDash val="solid"/>
            <a:round/>
            <a:headEnd len="sm" w="sm" type="none"/>
            <a:tailEnd len="med" w="med" type="triangle"/>
          </a:ln>
        </p:spPr>
      </p:cxnSp>
      <p:cxnSp>
        <p:nvCxnSpPr>
          <p:cNvPr id="266" name="Google Shape;266;p7"/>
          <p:cNvCxnSpPr/>
          <p:nvPr/>
        </p:nvCxnSpPr>
        <p:spPr>
          <a:xfrm flipH="1">
            <a:off x="1046520" y="3640320"/>
            <a:ext cx="370800" cy="587880"/>
          </a:xfrm>
          <a:prstGeom prst="straightConnector1">
            <a:avLst/>
          </a:prstGeom>
          <a:noFill/>
          <a:ln cap="flat" cmpd="sng" w="9525">
            <a:solidFill>
              <a:srgbClr val="000000"/>
            </a:solidFill>
            <a:prstDash val="solid"/>
            <a:round/>
            <a:headEnd len="sm" w="sm" type="none"/>
            <a:tailEnd len="med" w="med" type="triangle"/>
          </a:ln>
        </p:spPr>
      </p:cxnSp>
      <p:cxnSp>
        <p:nvCxnSpPr>
          <p:cNvPr id="267" name="Google Shape;267;p7"/>
          <p:cNvCxnSpPr/>
          <p:nvPr/>
        </p:nvCxnSpPr>
        <p:spPr>
          <a:xfrm>
            <a:off x="1417320" y="3640320"/>
            <a:ext cx="1335240" cy="514440"/>
          </a:xfrm>
          <a:prstGeom prst="straightConnector1">
            <a:avLst/>
          </a:prstGeom>
          <a:noFill/>
          <a:ln cap="flat" cmpd="sng" w="9525">
            <a:solidFill>
              <a:srgbClr val="000000"/>
            </a:solidFill>
            <a:prstDash val="solid"/>
            <a:round/>
            <a:headEnd len="sm" w="sm" type="none"/>
            <a:tailEnd len="med" w="med" type="triangle"/>
          </a:ln>
        </p:spPr>
      </p:cxnSp>
      <p:sp>
        <p:nvSpPr>
          <p:cNvPr id="268" name="Google Shape;268;p7"/>
          <p:cNvSpPr/>
          <p:nvPr/>
        </p:nvSpPr>
        <p:spPr>
          <a:xfrm>
            <a:off x="601560" y="5698800"/>
            <a:ext cx="1186560" cy="63828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800000"/>
                </a:solidFill>
                <a:latin typeface="Calibri"/>
                <a:ea typeface="Calibri"/>
                <a:cs typeface="Calibri"/>
                <a:sym typeface="Calibri"/>
              </a:rPr>
              <a:t>Isometric</a:t>
            </a:r>
            <a:endParaRPr sz="1800">
              <a:solidFill>
                <a:schemeClr val="dk1"/>
              </a:solidFill>
              <a:latin typeface="Arial"/>
              <a:ea typeface="Arial"/>
              <a:cs typeface="Arial"/>
              <a:sym typeface="Arial"/>
            </a:endParaRPr>
          </a:p>
        </p:txBody>
      </p:sp>
      <p:sp>
        <p:nvSpPr>
          <p:cNvPr id="269" name="Google Shape;269;p7"/>
          <p:cNvSpPr/>
          <p:nvPr/>
        </p:nvSpPr>
        <p:spPr>
          <a:xfrm>
            <a:off x="2010960" y="5772240"/>
            <a:ext cx="1186560" cy="363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800000"/>
                </a:solidFill>
                <a:latin typeface="Calibri"/>
                <a:ea typeface="Calibri"/>
                <a:cs typeface="Calibri"/>
                <a:sym typeface="Calibri"/>
              </a:rPr>
              <a:t>Dimetric</a:t>
            </a:r>
            <a:endParaRPr sz="1800">
              <a:solidFill>
                <a:schemeClr val="dk1"/>
              </a:solidFill>
              <a:latin typeface="Arial"/>
              <a:ea typeface="Arial"/>
              <a:cs typeface="Arial"/>
              <a:sym typeface="Arial"/>
            </a:endParaRPr>
          </a:p>
        </p:txBody>
      </p:sp>
      <p:sp>
        <p:nvSpPr>
          <p:cNvPr id="270" name="Google Shape;270;p7"/>
          <p:cNvSpPr/>
          <p:nvPr/>
        </p:nvSpPr>
        <p:spPr>
          <a:xfrm>
            <a:off x="3494520" y="5772240"/>
            <a:ext cx="1186560" cy="363960"/>
          </a:xfrm>
          <a:prstGeom prst="rect">
            <a:avLst/>
          </a:prstGeom>
          <a:noFill/>
          <a:ln>
            <a:noFill/>
          </a:ln>
        </p:spPr>
        <p:txBody>
          <a:bodyPr anchorCtr="0" anchor="t"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800000"/>
                </a:solidFill>
                <a:latin typeface="Calibri"/>
                <a:ea typeface="Calibri"/>
                <a:cs typeface="Calibri"/>
                <a:sym typeface="Calibri"/>
              </a:rPr>
              <a:t>Trimetric</a:t>
            </a:r>
            <a:endParaRPr sz="1800">
              <a:solidFill>
                <a:schemeClr val="dk1"/>
              </a:solidFill>
              <a:latin typeface="Arial"/>
              <a:ea typeface="Arial"/>
              <a:cs typeface="Arial"/>
              <a:sym typeface="Arial"/>
            </a:endParaRPr>
          </a:p>
        </p:txBody>
      </p:sp>
      <p:cxnSp>
        <p:nvCxnSpPr>
          <p:cNvPr id="271" name="Google Shape;271;p7"/>
          <p:cNvCxnSpPr/>
          <p:nvPr/>
        </p:nvCxnSpPr>
        <p:spPr>
          <a:xfrm flipH="1">
            <a:off x="1417320" y="4963320"/>
            <a:ext cx="1631880" cy="735480"/>
          </a:xfrm>
          <a:prstGeom prst="straightConnector1">
            <a:avLst/>
          </a:prstGeom>
          <a:noFill/>
          <a:ln cap="flat" cmpd="sng" w="9525">
            <a:solidFill>
              <a:srgbClr val="000000"/>
            </a:solidFill>
            <a:prstDash val="solid"/>
            <a:round/>
            <a:headEnd len="sm" w="sm" type="none"/>
            <a:tailEnd len="med" w="med" type="triangle"/>
          </a:ln>
        </p:spPr>
      </p:cxnSp>
      <p:cxnSp>
        <p:nvCxnSpPr>
          <p:cNvPr id="272" name="Google Shape;272;p7"/>
          <p:cNvCxnSpPr/>
          <p:nvPr/>
        </p:nvCxnSpPr>
        <p:spPr>
          <a:xfrm>
            <a:off x="3049200" y="4963320"/>
            <a:ext cx="1112760" cy="808920"/>
          </a:xfrm>
          <a:prstGeom prst="straightConnector1">
            <a:avLst/>
          </a:prstGeom>
          <a:noFill/>
          <a:ln cap="flat" cmpd="sng" w="9525">
            <a:solidFill>
              <a:srgbClr val="000000"/>
            </a:solidFill>
            <a:prstDash val="solid"/>
            <a:round/>
            <a:headEnd len="sm" w="sm" type="none"/>
            <a:tailEnd len="med" w="med" type="triangle"/>
          </a:ln>
        </p:spPr>
      </p:cxnSp>
      <p:cxnSp>
        <p:nvCxnSpPr>
          <p:cNvPr id="273" name="Google Shape;273;p7"/>
          <p:cNvCxnSpPr/>
          <p:nvPr/>
        </p:nvCxnSpPr>
        <p:spPr>
          <a:xfrm flipH="1">
            <a:off x="2678400" y="4963320"/>
            <a:ext cx="370800" cy="808920"/>
          </a:xfrm>
          <a:prstGeom prst="straightConnector1">
            <a:avLst/>
          </a:prstGeom>
          <a:noFill/>
          <a:ln cap="flat" cmpd="sng" w="9525">
            <a:solidFill>
              <a:srgbClr val="000000"/>
            </a:solidFill>
            <a:prstDash val="solid"/>
            <a:round/>
            <a:headEnd len="sm" w="sm" type="none"/>
            <a:tailEnd len="med" w="med" type="triangle"/>
          </a:ln>
        </p:spPr>
      </p:cxnSp>
      <p:sp>
        <p:nvSpPr>
          <p:cNvPr id="274" name="Google Shape;274;p7"/>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8"/>
          <p:cNvSpPr txBox="1"/>
          <p:nvPr/>
        </p:nvSpPr>
        <p:spPr>
          <a:xfrm>
            <a:off x="457200" y="152280"/>
            <a:ext cx="8229240" cy="114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Parallel Projection</a:t>
            </a:r>
            <a:endParaRPr sz="1800">
              <a:solidFill>
                <a:schemeClr val="dk1"/>
              </a:solidFill>
              <a:latin typeface="Arial"/>
              <a:ea typeface="Arial"/>
              <a:cs typeface="Arial"/>
              <a:sym typeface="Arial"/>
            </a:endParaRPr>
          </a:p>
        </p:txBody>
      </p:sp>
      <p:sp>
        <p:nvSpPr>
          <p:cNvPr id="280" name="Google Shape;280;p8"/>
          <p:cNvSpPr txBox="1"/>
          <p:nvPr/>
        </p:nvSpPr>
        <p:spPr>
          <a:xfrm>
            <a:off x="457200" y="1828800"/>
            <a:ext cx="5105160" cy="4830840"/>
          </a:xfrm>
          <a:prstGeom prst="rect">
            <a:avLst/>
          </a:prstGeom>
          <a:noFill/>
          <a:ln>
            <a:noFill/>
          </a:ln>
        </p:spPr>
        <p:txBody>
          <a:bodyPr anchorCtr="0" anchor="t" bIns="45700" lIns="91425" spcFirstLastPara="1" rIns="91425" wrap="square" tIns="45700">
            <a:noAutofit/>
          </a:bodyPr>
          <a:lstStyle/>
          <a:p>
            <a:pPr indent="-165100" lvl="0" marL="0" marR="0" rtl="0" algn="l">
              <a:lnSpc>
                <a:spcPct val="100000"/>
              </a:lnSpc>
              <a:spcBef>
                <a:spcPts val="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Discards z-coordinate and parallel lines from each vertex </a:t>
            </a:r>
            <a:endParaRPr sz="1800">
              <a:solidFill>
                <a:schemeClr val="dk1"/>
              </a:solidFill>
              <a:latin typeface="Arial"/>
              <a:ea typeface="Arial"/>
              <a:cs typeface="Arial"/>
              <a:sym typeface="Arial"/>
            </a:endParaRPr>
          </a:p>
          <a:p>
            <a:pPr indent="-165100" lvl="0" marL="0" marR="0" rtl="0" algn="l">
              <a:lnSpc>
                <a:spcPct val="100000"/>
              </a:lnSpc>
              <a:spcBef>
                <a:spcPts val="0"/>
              </a:spcBef>
              <a:spcAft>
                <a:spcPts val="0"/>
              </a:spcAft>
              <a:buClr>
                <a:srgbClr val="000000"/>
              </a:buClr>
              <a:buSzPts val="2600"/>
              <a:buFont typeface="Noto Sans Symbols"/>
              <a:buChar char="⮚"/>
            </a:pPr>
            <a:r>
              <a:rPr lang="en-US" sz="2600">
                <a:solidFill>
                  <a:srgbClr val="000000"/>
                </a:solidFill>
                <a:latin typeface="Times New Roman"/>
                <a:ea typeface="Times New Roman"/>
                <a:cs typeface="Times New Roman"/>
                <a:sym typeface="Times New Roman"/>
              </a:rPr>
              <a:t>Specify a direction of projection instead of center of projection</a:t>
            </a:r>
            <a:endParaRPr sz="1800">
              <a:solidFill>
                <a:schemeClr val="dk1"/>
              </a:solidFill>
              <a:latin typeface="Arial"/>
              <a:ea typeface="Arial"/>
              <a:cs typeface="Arial"/>
              <a:sym typeface="Arial"/>
            </a:endParaRPr>
          </a:p>
          <a:p>
            <a:pPr indent="-198120" lvl="0" marL="0" marR="0" rtl="0" algn="l">
              <a:lnSpc>
                <a:spcPct val="100000"/>
              </a:lnSpc>
              <a:spcBef>
                <a:spcPts val="0"/>
              </a:spcBef>
              <a:spcAft>
                <a:spcPts val="0"/>
              </a:spcAft>
              <a:buClr>
                <a:srgbClr val="000000"/>
              </a:buClr>
              <a:buSzPts val="3120"/>
              <a:buFont typeface="Noto Sans Symbols"/>
              <a:buChar char="⮚"/>
            </a:pPr>
            <a:r>
              <a:rPr lang="en-US" sz="2600">
                <a:solidFill>
                  <a:srgbClr val="000000"/>
                </a:solidFill>
                <a:latin typeface="Times New Roman"/>
                <a:ea typeface="Times New Roman"/>
                <a:cs typeface="Times New Roman"/>
                <a:sym typeface="Times New Roman"/>
              </a:rPr>
              <a:t>Project points on the object surface along parallel lines onto the display plane.</a:t>
            </a:r>
            <a:endParaRPr sz="1800">
              <a:solidFill>
                <a:schemeClr val="dk1"/>
              </a:solidFill>
              <a:latin typeface="Arial"/>
              <a:ea typeface="Arial"/>
              <a:cs typeface="Arial"/>
              <a:sym typeface="Arial"/>
            </a:endParaRPr>
          </a:p>
          <a:p>
            <a:pPr indent="-198120" lvl="0" marL="0" marR="0" rtl="0" algn="l">
              <a:lnSpc>
                <a:spcPct val="100000"/>
              </a:lnSpc>
              <a:spcBef>
                <a:spcPts val="0"/>
              </a:spcBef>
              <a:spcAft>
                <a:spcPts val="0"/>
              </a:spcAft>
              <a:buClr>
                <a:srgbClr val="000000"/>
              </a:buClr>
              <a:buSzPts val="3120"/>
              <a:buFont typeface="Noto Sans Symbols"/>
              <a:buChar char="⮚"/>
            </a:pPr>
            <a:r>
              <a:rPr lang="en-US" sz="2600">
                <a:solidFill>
                  <a:srgbClr val="000000"/>
                </a:solidFill>
                <a:latin typeface="Times New Roman"/>
                <a:ea typeface="Times New Roman"/>
                <a:cs typeface="Times New Roman"/>
                <a:sym typeface="Times New Roman"/>
              </a:rPr>
              <a:t>Parallel lines are still parallel after projection</a:t>
            </a:r>
            <a:endParaRPr sz="1800">
              <a:solidFill>
                <a:schemeClr val="dk1"/>
              </a:solidFill>
              <a:latin typeface="Arial"/>
              <a:ea typeface="Arial"/>
              <a:cs typeface="Arial"/>
              <a:sym typeface="Arial"/>
            </a:endParaRPr>
          </a:p>
        </p:txBody>
      </p:sp>
      <p:pic>
        <p:nvPicPr>
          <p:cNvPr id="281" name="Google Shape;281;p8"/>
          <p:cNvPicPr preferRelativeResize="0"/>
          <p:nvPr/>
        </p:nvPicPr>
        <p:blipFill rotWithShape="1">
          <a:blip r:embed="rId3">
            <a:alphaModFix/>
          </a:blip>
          <a:srcRect b="0" l="0" r="0" t="0"/>
          <a:stretch/>
        </p:blipFill>
        <p:spPr>
          <a:xfrm>
            <a:off x="6019920" y="2255040"/>
            <a:ext cx="2856960" cy="3222720"/>
          </a:xfrm>
          <a:prstGeom prst="rect">
            <a:avLst/>
          </a:prstGeom>
          <a:noFill/>
          <a:ln>
            <a:noFill/>
          </a:ln>
        </p:spPr>
      </p:pic>
      <p:sp>
        <p:nvSpPr>
          <p:cNvPr id="282" name="Google Shape;282;p8"/>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d417e68e76_1_132"/>
          <p:cNvSpPr txBox="1"/>
          <p:nvPr/>
        </p:nvSpPr>
        <p:spPr>
          <a:xfrm>
            <a:off x="4572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Parallel Projection</a:t>
            </a:r>
            <a:endParaRPr sz="1800">
              <a:solidFill>
                <a:schemeClr val="dk1"/>
              </a:solidFill>
              <a:latin typeface="Arial"/>
              <a:ea typeface="Arial"/>
              <a:cs typeface="Arial"/>
              <a:sym typeface="Arial"/>
            </a:endParaRPr>
          </a:p>
        </p:txBody>
      </p:sp>
      <p:sp>
        <p:nvSpPr>
          <p:cNvPr id="288" name="Google Shape;288;g3d417e68e76_1_132"/>
          <p:cNvSpPr txBox="1"/>
          <p:nvPr/>
        </p:nvSpPr>
        <p:spPr>
          <a:xfrm>
            <a:off x="457200" y="1828800"/>
            <a:ext cx="5105100" cy="4830900"/>
          </a:xfrm>
          <a:prstGeom prst="rect">
            <a:avLst/>
          </a:prstGeom>
          <a:noFill/>
          <a:ln>
            <a:noFill/>
          </a:ln>
        </p:spPr>
        <p:txBody>
          <a:bodyPr anchorCtr="0" anchor="t" bIns="45700" lIns="91425" spcFirstLastPara="1" rIns="91425" wrap="square" tIns="45700">
            <a:noAutofit/>
          </a:bodyPr>
          <a:lstStyle/>
          <a:p>
            <a:pPr indent="0" lvl="0" marL="45720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289" name="Google Shape;289;g3d417e68e76_1_132"/>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290" name="Google Shape;290;g3d417e68e76_1_132"/>
          <p:cNvPicPr preferRelativeResize="0"/>
          <p:nvPr/>
        </p:nvPicPr>
        <p:blipFill>
          <a:blip r:embed="rId3">
            <a:alphaModFix/>
          </a:blip>
          <a:stretch>
            <a:fillRect/>
          </a:stretch>
        </p:blipFill>
        <p:spPr>
          <a:xfrm>
            <a:off x="0" y="1309468"/>
            <a:ext cx="9144001" cy="42390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9"/>
          <p:cNvSpPr/>
          <p:nvPr/>
        </p:nvSpPr>
        <p:spPr>
          <a:xfrm>
            <a:off x="685800" y="2362320"/>
            <a:ext cx="4190760" cy="286236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t/>
            </a:r>
            <a:endParaRPr sz="1800">
              <a:solidFill>
                <a:schemeClr val="dk1"/>
              </a:solidFill>
              <a:latin typeface="Arial"/>
              <a:ea typeface="Arial"/>
              <a:cs typeface="Arial"/>
              <a:sym typeface="Arial"/>
            </a:endParaRPr>
          </a:p>
        </p:txBody>
      </p:sp>
      <p:sp>
        <p:nvSpPr>
          <p:cNvPr id="296" name="Google Shape;296;p9"/>
          <p:cNvSpPr/>
          <p:nvPr/>
        </p:nvSpPr>
        <p:spPr>
          <a:xfrm>
            <a:off x="457200" y="380880"/>
            <a:ext cx="8229240" cy="114264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Parallel Projection: Types</a:t>
            </a:r>
            <a:endParaRPr sz="1800">
              <a:solidFill>
                <a:schemeClr val="dk1"/>
              </a:solidFill>
              <a:latin typeface="Arial"/>
              <a:ea typeface="Arial"/>
              <a:cs typeface="Arial"/>
              <a:sym typeface="Arial"/>
            </a:endParaRPr>
          </a:p>
        </p:txBody>
      </p:sp>
      <p:sp>
        <p:nvSpPr>
          <p:cNvPr id="297" name="Google Shape;297;p9"/>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298" name="Google Shape;298;p9"/>
          <p:cNvPicPr preferRelativeResize="0"/>
          <p:nvPr/>
        </p:nvPicPr>
        <p:blipFill>
          <a:blip r:embed="rId3">
            <a:alphaModFix/>
          </a:blip>
          <a:stretch>
            <a:fillRect/>
          </a:stretch>
        </p:blipFill>
        <p:spPr>
          <a:xfrm>
            <a:off x="1561200" y="1635428"/>
            <a:ext cx="6021599" cy="3913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g3d417e68e76_1_140"/>
          <p:cNvSpPr/>
          <p:nvPr/>
        </p:nvSpPr>
        <p:spPr>
          <a:xfrm>
            <a:off x="685800" y="2362320"/>
            <a:ext cx="4190700" cy="286230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rPr lang="en-US" sz="2600">
                <a:solidFill>
                  <a:srgbClr val="000000"/>
                </a:solidFill>
                <a:latin typeface="Times New Roman"/>
                <a:ea typeface="Times New Roman"/>
                <a:cs typeface="Times New Roman"/>
                <a:sym typeface="Times New Roman"/>
              </a:rPr>
              <a:t>1. </a:t>
            </a:r>
            <a:r>
              <a:rPr b="1" lang="en-US" sz="2600" u="sng">
                <a:solidFill>
                  <a:srgbClr val="000000"/>
                </a:solidFill>
                <a:latin typeface="Times New Roman"/>
                <a:ea typeface="Times New Roman"/>
                <a:cs typeface="Times New Roman"/>
                <a:sym typeface="Times New Roman"/>
              </a:rPr>
              <a:t>Orthographic projection </a:t>
            </a:r>
            <a:r>
              <a:rPr lang="en-US" sz="2600">
                <a:solidFill>
                  <a:srgbClr val="000000"/>
                </a:solidFill>
                <a:latin typeface="Times New Roman"/>
                <a:ea typeface="Times New Roman"/>
                <a:cs typeface="Times New Roman"/>
                <a:sym typeface="Times New Roman"/>
              </a:rPr>
              <a:t>: If the direction of projection is perpendicular to the projection plane then it is an </a:t>
            </a:r>
            <a:r>
              <a:rPr b="1" lang="en-US" sz="2600">
                <a:solidFill>
                  <a:srgbClr val="000000"/>
                </a:solidFill>
                <a:latin typeface="Times New Roman"/>
                <a:ea typeface="Times New Roman"/>
                <a:cs typeface="Times New Roman"/>
                <a:sym typeface="Times New Roman"/>
              </a:rPr>
              <a:t>orthographic </a:t>
            </a:r>
            <a:r>
              <a:rPr lang="en-US" sz="2600">
                <a:solidFill>
                  <a:srgbClr val="000000"/>
                </a:solidFill>
                <a:latin typeface="Times New Roman"/>
                <a:ea typeface="Times New Roman"/>
                <a:cs typeface="Times New Roman"/>
                <a:sym typeface="Times New Roman"/>
              </a:rPr>
              <a:t>projection. </a:t>
            </a:r>
            <a:endParaRPr sz="1800">
              <a:solidFill>
                <a:schemeClr val="dk1"/>
              </a:solidFill>
              <a:latin typeface="Arial"/>
              <a:ea typeface="Arial"/>
              <a:cs typeface="Arial"/>
              <a:sym typeface="Arial"/>
            </a:endParaRPr>
          </a:p>
        </p:txBody>
      </p:sp>
      <p:pic>
        <p:nvPicPr>
          <p:cNvPr id="304" name="Google Shape;304;g3d417e68e76_1_140"/>
          <p:cNvPicPr preferRelativeResize="0"/>
          <p:nvPr/>
        </p:nvPicPr>
        <p:blipFill rotWithShape="1">
          <a:blip r:embed="rId3">
            <a:alphaModFix/>
          </a:blip>
          <a:srcRect b="0" l="0" r="0" t="0"/>
          <a:stretch/>
        </p:blipFill>
        <p:spPr>
          <a:xfrm>
            <a:off x="4890240" y="2362320"/>
            <a:ext cx="4069080" cy="2895480"/>
          </a:xfrm>
          <a:prstGeom prst="rect">
            <a:avLst/>
          </a:prstGeom>
          <a:noFill/>
          <a:ln>
            <a:noFill/>
          </a:ln>
        </p:spPr>
      </p:pic>
      <p:sp>
        <p:nvSpPr>
          <p:cNvPr id="305" name="Google Shape;305;g3d417e68e76_1_140"/>
          <p:cNvSpPr/>
          <p:nvPr/>
        </p:nvSpPr>
        <p:spPr>
          <a:xfrm>
            <a:off x="457200" y="380880"/>
            <a:ext cx="8229300" cy="1142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Parallel Projection: Types</a:t>
            </a:r>
            <a:endParaRPr sz="1800">
              <a:solidFill>
                <a:schemeClr val="dk1"/>
              </a:solidFill>
              <a:latin typeface="Arial"/>
              <a:ea typeface="Arial"/>
              <a:cs typeface="Arial"/>
              <a:sym typeface="Arial"/>
            </a:endParaRPr>
          </a:p>
        </p:txBody>
      </p:sp>
      <p:sp>
        <p:nvSpPr>
          <p:cNvPr id="306" name="Google Shape;306;g3d417e68e76_1_14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3d417e68e76_1_148"/>
          <p:cNvSpPr/>
          <p:nvPr/>
        </p:nvSpPr>
        <p:spPr>
          <a:xfrm>
            <a:off x="685800" y="2362320"/>
            <a:ext cx="4190700" cy="286230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t/>
            </a:r>
            <a:endParaRPr sz="1800">
              <a:solidFill>
                <a:schemeClr val="dk1"/>
              </a:solidFill>
              <a:latin typeface="Arial"/>
              <a:ea typeface="Arial"/>
              <a:cs typeface="Arial"/>
              <a:sym typeface="Arial"/>
            </a:endParaRPr>
          </a:p>
        </p:txBody>
      </p:sp>
      <p:sp>
        <p:nvSpPr>
          <p:cNvPr id="312" name="Google Shape;312;g3d417e68e76_1_148"/>
          <p:cNvSpPr/>
          <p:nvPr/>
        </p:nvSpPr>
        <p:spPr>
          <a:xfrm>
            <a:off x="457200" y="380880"/>
            <a:ext cx="8229300" cy="1142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Orthographics </a:t>
            </a:r>
            <a:r>
              <a:rPr b="1" lang="en-US" sz="4400">
                <a:solidFill>
                  <a:srgbClr val="7030A0"/>
                </a:solidFill>
                <a:latin typeface="Times New Roman"/>
                <a:ea typeface="Times New Roman"/>
                <a:cs typeface="Times New Roman"/>
                <a:sym typeface="Times New Roman"/>
              </a:rPr>
              <a:t>Projection</a:t>
            </a:r>
            <a:endParaRPr sz="1800">
              <a:solidFill>
                <a:schemeClr val="dk1"/>
              </a:solidFill>
              <a:latin typeface="Arial"/>
              <a:ea typeface="Arial"/>
              <a:cs typeface="Arial"/>
              <a:sym typeface="Arial"/>
            </a:endParaRPr>
          </a:p>
        </p:txBody>
      </p:sp>
      <p:sp>
        <p:nvSpPr>
          <p:cNvPr id="313" name="Google Shape;313;g3d417e68e76_1_148"/>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14" name="Google Shape;314;g3d417e68e76_1_148"/>
          <p:cNvPicPr preferRelativeResize="0"/>
          <p:nvPr/>
        </p:nvPicPr>
        <p:blipFill>
          <a:blip r:embed="rId3">
            <a:alphaModFix/>
          </a:blip>
          <a:stretch>
            <a:fillRect/>
          </a:stretch>
        </p:blipFill>
        <p:spPr>
          <a:xfrm>
            <a:off x="0" y="1795419"/>
            <a:ext cx="9144001" cy="3876762"/>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3d41a1cf864_0_0"/>
          <p:cNvSpPr/>
          <p:nvPr/>
        </p:nvSpPr>
        <p:spPr>
          <a:xfrm>
            <a:off x="726300" y="2065320"/>
            <a:ext cx="4190700" cy="28623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1200"/>
              </a:spcAft>
              <a:buClr>
                <a:schemeClr val="dk1"/>
              </a:buClr>
              <a:buSzPts val="1100"/>
              <a:buFont typeface="Arial"/>
              <a:buNone/>
            </a:pPr>
            <a:r>
              <a:rPr b="1" lang="en-US" sz="2400" u="sng">
                <a:solidFill>
                  <a:srgbClr val="980000"/>
                </a:solidFill>
                <a:highlight>
                  <a:srgbClr val="FFFFFF"/>
                </a:highlight>
              </a:rPr>
              <a:t>Top-View :</a:t>
            </a:r>
            <a:r>
              <a:rPr b="1" lang="en-US" sz="2400">
                <a:solidFill>
                  <a:srgbClr val="980000"/>
                </a:solidFill>
                <a:highlight>
                  <a:srgbClr val="FFFFFF"/>
                </a:highlight>
              </a:rPr>
              <a:t> </a:t>
            </a:r>
            <a:r>
              <a:rPr lang="en-US" sz="2400">
                <a:solidFill>
                  <a:srgbClr val="273239"/>
                </a:solidFill>
                <a:highlight>
                  <a:srgbClr val="FFFFFF"/>
                </a:highlight>
              </a:rPr>
              <a:t>In this projection, the rays that emerge from the top of the polygon surface are observed.</a:t>
            </a:r>
            <a:endParaRPr sz="2400">
              <a:solidFill>
                <a:srgbClr val="273239"/>
              </a:solidFill>
              <a:highlight>
                <a:srgbClr val="FFFFFF"/>
              </a:highlight>
            </a:endParaRPr>
          </a:p>
        </p:txBody>
      </p:sp>
      <p:sp>
        <p:nvSpPr>
          <p:cNvPr id="320" name="Google Shape;320;g3d41a1cf864_0_0"/>
          <p:cNvSpPr/>
          <p:nvPr/>
        </p:nvSpPr>
        <p:spPr>
          <a:xfrm>
            <a:off x="457200" y="380880"/>
            <a:ext cx="8229300" cy="1142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Orthographics Projection</a:t>
            </a:r>
            <a:endParaRPr sz="1800">
              <a:solidFill>
                <a:schemeClr val="dk1"/>
              </a:solidFill>
              <a:latin typeface="Arial"/>
              <a:ea typeface="Arial"/>
              <a:cs typeface="Arial"/>
              <a:sym typeface="Arial"/>
            </a:endParaRPr>
          </a:p>
        </p:txBody>
      </p:sp>
      <p:sp>
        <p:nvSpPr>
          <p:cNvPr id="321" name="Google Shape;321;g3d41a1cf864_0_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22" name="Google Shape;322;g3d41a1cf864_0_0"/>
          <p:cNvPicPr preferRelativeResize="0"/>
          <p:nvPr/>
        </p:nvPicPr>
        <p:blipFill>
          <a:blip r:embed="rId3">
            <a:alphaModFix/>
          </a:blip>
          <a:stretch>
            <a:fillRect/>
          </a:stretch>
        </p:blipFill>
        <p:spPr>
          <a:xfrm>
            <a:off x="5221800" y="2065330"/>
            <a:ext cx="3922200" cy="202757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3d41a1cf864_0_12"/>
          <p:cNvSpPr/>
          <p:nvPr/>
        </p:nvSpPr>
        <p:spPr>
          <a:xfrm>
            <a:off x="726300" y="2065320"/>
            <a:ext cx="4190700" cy="28623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0"/>
              </a:spcBef>
              <a:spcAft>
                <a:spcPts val="0"/>
              </a:spcAft>
              <a:buSzPts val="1100"/>
              <a:buNone/>
            </a:pPr>
            <a:r>
              <a:rPr b="1" lang="en-US" sz="2400" u="sng">
                <a:solidFill>
                  <a:srgbClr val="980000"/>
                </a:solidFill>
                <a:highlight>
                  <a:srgbClr val="FFFFFF"/>
                </a:highlight>
              </a:rPr>
              <a:t>Side-View</a:t>
            </a:r>
            <a:r>
              <a:rPr b="1" lang="en-US" sz="2400" u="sng">
                <a:solidFill>
                  <a:srgbClr val="273239"/>
                </a:solidFill>
                <a:highlight>
                  <a:srgbClr val="FFFFFF"/>
                </a:highlight>
              </a:rPr>
              <a:t> </a:t>
            </a:r>
            <a:r>
              <a:rPr b="1" lang="en-US" sz="2400">
                <a:solidFill>
                  <a:srgbClr val="273239"/>
                </a:solidFill>
                <a:highlight>
                  <a:srgbClr val="FFFFFF"/>
                </a:highlight>
              </a:rPr>
              <a:t>: </a:t>
            </a:r>
            <a:r>
              <a:rPr lang="en-US" sz="2400">
                <a:solidFill>
                  <a:srgbClr val="273239"/>
                </a:solidFill>
                <a:highlight>
                  <a:srgbClr val="FFFFFF"/>
                </a:highlight>
              </a:rPr>
              <a:t>It is another type of projection orthographic projection where the side view of the polygon surface is observed. </a:t>
            </a:r>
            <a:endParaRPr sz="2400">
              <a:solidFill>
                <a:srgbClr val="273239"/>
              </a:solidFill>
              <a:highlight>
                <a:srgbClr val="FFFFFF"/>
              </a:highlight>
            </a:endParaRPr>
          </a:p>
          <a:p>
            <a:pPr indent="0" lvl="0" marL="0" rtl="0" algn="l">
              <a:lnSpc>
                <a:spcPct val="115000"/>
              </a:lnSpc>
              <a:spcBef>
                <a:spcPts val="1200"/>
              </a:spcBef>
              <a:spcAft>
                <a:spcPts val="1200"/>
              </a:spcAft>
              <a:buSzPts val="1100"/>
              <a:buNone/>
            </a:pPr>
            <a:r>
              <a:t/>
            </a:r>
            <a:endParaRPr b="1" sz="2400" u="sng">
              <a:solidFill>
                <a:srgbClr val="980000"/>
              </a:solidFill>
              <a:highlight>
                <a:srgbClr val="FFFFFF"/>
              </a:highlight>
            </a:endParaRPr>
          </a:p>
        </p:txBody>
      </p:sp>
      <p:sp>
        <p:nvSpPr>
          <p:cNvPr id="328" name="Google Shape;328;g3d41a1cf864_0_12"/>
          <p:cNvSpPr/>
          <p:nvPr/>
        </p:nvSpPr>
        <p:spPr>
          <a:xfrm>
            <a:off x="457200" y="380880"/>
            <a:ext cx="8229300" cy="1142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Orthographics Projection</a:t>
            </a:r>
            <a:endParaRPr sz="1800">
              <a:solidFill>
                <a:schemeClr val="dk1"/>
              </a:solidFill>
              <a:latin typeface="Arial"/>
              <a:ea typeface="Arial"/>
              <a:cs typeface="Arial"/>
              <a:sym typeface="Arial"/>
            </a:endParaRPr>
          </a:p>
        </p:txBody>
      </p:sp>
      <p:sp>
        <p:nvSpPr>
          <p:cNvPr id="329" name="Google Shape;329;g3d41a1cf864_0_12"/>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30" name="Google Shape;330;g3d41a1cf864_0_12"/>
          <p:cNvPicPr preferRelativeResize="0"/>
          <p:nvPr/>
        </p:nvPicPr>
        <p:blipFill>
          <a:blip r:embed="rId3">
            <a:alphaModFix/>
          </a:blip>
          <a:stretch>
            <a:fillRect/>
          </a:stretch>
        </p:blipFill>
        <p:spPr>
          <a:xfrm>
            <a:off x="5676900" y="1878480"/>
            <a:ext cx="2609850" cy="26098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d41a1cf864_0_19"/>
          <p:cNvSpPr/>
          <p:nvPr/>
        </p:nvSpPr>
        <p:spPr>
          <a:xfrm>
            <a:off x="726300" y="2065320"/>
            <a:ext cx="4190700" cy="2862300"/>
          </a:xfrm>
          <a:prstGeom prst="rect">
            <a:avLst/>
          </a:prstGeom>
          <a:noFill/>
          <a:ln>
            <a:noFill/>
          </a:ln>
        </p:spPr>
        <p:txBody>
          <a:bodyPr anchorCtr="0" anchor="t" bIns="45000" lIns="90000" spcFirstLastPara="1" rIns="90000" wrap="square" tIns="45000">
            <a:noAutofit/>
          </a:bodyPr>
          <a:lstStyle/>
          <a:p>
            <a:pPr indent="0" lvl="0" marL="0" rtl="0" algn="l">
              <a:lnSpc>
                <a:spcPct val="115000"/>
              </a:lnSpc>
              <a:spcBef>
                <a:spcPts val="1200"/>
              </a:spcBef>
              <a:spcAft>
                <a:spcPts val="1200"/>
              </a:spcAft>
              <a:buSzPts val="1100"/>
              <a:buNone/>
            </a:pPr>
            <a:r>
              <a:rPr b="1" lang="en-US" sz="2400" u="sng">
                <a:solidFill>
                  <a:srgbClr val="980000"/>
                </a:solidFill>
              </a:rPr>
              <a:t>Front-view </a:t>
            </a:r>
            <a:r>
              <a:rPr b="1" lang="en-US" sz="2400">
                <a:solidFill>
                  <a:srgbClr val="980000"/>
                </a:solidFill>
              </a:rPr>
              <a:t>:</a:t>
            </a:r>
            <a:r>
              <a:rPr b="1" lang="en-US" sz="2400">
                <a:solidFill>
                  <a:srgbClr val="273239"/>
                </a:solidFill>
              </a:rPr>
              <a:t> </a:t>
            </a:r>
            <a:r>
              <a:rPr lang="en-US" sz="2400">
                <a:solidFill>
                  <a:schemeClr val="dk1"/>
                </a:solidFill>
              </a:rPr>
              <a:t>In this orthographic projection front face view of the object is observed.</a:t>
            </a:r>
            <a:endParaRPr sz="2400">
              <a:solidFill>
                <a:schemeClr val="dk1"/>
              </a:solidFill>
              <a:highlight>
                <a:srgbClr val="FFFFFF"/>
              </a:highlight>
            </a:endParaRPr>
          </a:p>
        </p:txBody>
      </p:sp>
      <p:sp>
        <p:nvSpPr>
          <p:cNvPr id="336" name="Google Shape;336;g3d41a1cf864_0_19"/>
          <p:cNvSpPr/>
          <p:nvPr/>
        </p:nvSpPr>
        <p:spPr>
          <a:xfrm>
            <a:off x="457200" y="380880"/>
            <a:ext cx="8229300" cy="1142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Orthographics Projection</a:t>
            </a:r>
            <a:endParaRPr sz="1800">
              <a:solidFill>
                <a:schemeClr val="dk1"/>
              </a:solidFill>
              <a:latin typeface="Arial"/>
              <a:ea typeface="Arial"/>
              <a:cs typeface="Arial"/>
              <a:sym typeface="Arial"/>
            </a:endParaRPr>
          </a:p>
        </p:txBody>
      </p:sp>
      <p:sp>
        <p:nvSpPr>
          <p:cNvPr id="337" name="Google Shape;337;g3d41a1cf864_0_19"/>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38" name="Google Shape;338;g3d41a1cf864_0_19"/>
          <p:cNvPicPr preferRelativeResize="0"/>
          <p:nvPr/>
        </p:nvPicPr>
        <p:blipFill>
          <a:blip r:embed="rId3">
            <a:alphaModFix/>
          </a:blip>
          <a:stretch>
            <a:fillRect/>
          </a:stretch>
        </p:blipFill>
        <p:spPr>
          <a:xfrm>
            <a:off x="4953300" y="1894025"/>
            <a:ext cx="4190700" cy="2155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3d41a1cf864_0_30"/>
          <p:cNvSpPr/>
          <p:nvPr/>
        </p:nvSpPr>
        <p:spPr>
          <a:xfrm>
            <a:off x="726300" y="2065320"/>
            <a:ext cx="4190700" cy="2862300"/>
          </a:xfrm>
          <a:prstGeom prst="rect">
            <a:avLst/>
          </a:prstGeom>
          <a:noFill/>
          <a:ln>
            <a:noFill/>
          </a:ln>
        </p:spPr>
        <p:txBody>
          <a:bodyPr anchorCtr="0" anchor="t" bIns="45000" lIns="90000" spcFirstLastPara="1" rIns="90000" wrap="square" tIns="45000">
            <a:noAutofit/>
          </a:bodyPr>
          <a:lstStyle/>
          <a:p>
            <a:pPr indent="0" lvl="0" marL="0" rtl="0" algn="l">
              <a:lnSpc>
                <a:spcPct val="169000"/>
              </a:lnSpc>
              <a:spcBef>
                <a:spcPts val="1200"/>
              </a:spcBef>
              <a:spcAft>
                <a:spcPts val="0"/>
              </a:spcAft>
              <a:buSzPts val="1100"/>
              <a:buNone/>
            </a:pPr>
            <a:r>
              <a:rPr lang="en-US" sz="2400">
                <a:solidFill>
                  <a:schemeClr val="dk1"/>
                </a:solidFill>
                <a:highlight>
                  <a:srgbClr val="FFFFFF"/>
                </a:highlight>
              </a:rPr>
              <a:t>The Axonometric Orthographic Projection is used to construct the pictorial representation of an object. The sight lines are perpendicular to the projection plane.</a:t>
            </a:r>
            <a:endParaRPr sz="2400">
              <a:solidFill>
                <a:schemeClr val="dk1"/>
              </a:solidFill>
              <a:highlight>
                <a:srgbClr val="FFFFFF"/>
              </a:highlight>
            </a:endParaRPr>
          </a:p>
          <a:p>
            <a:pPr indent="0" lvl="0" marL="0" rtl="0" algn="l">
              <a:lnSpc>
                <a:spcPct val="115000"/>
              </a:lnSpc>
              <a:spcBef>
                <a:spcPts val="1200"/>
              </a:spcBef>
              <a:spcAft>
                <a:spcPts val="1200"/>
              </a:spcAft>
              <a:buSzPts val="1100"/>
              <a:buNone/>
            </a:pPr>
            <a:r>
              <a:t/>
            </a:r>
            <a:endParaRPr b="1" sz="2400" u="sng">
              <a:solidFill>
                <a:srgbClr val="980000"/>
              </a:solidFill>
            </a:endParaRPr>
          </a:p>
        </p:txBody>
      </p:sp>
      <p:sp>
        <p:nvSpPr>
          <p:cNvPr id="344" name="Google Shape;344;g3d41a1cf864_0_30"/>
          <p:cNvSpPr/>
          <p:nvPr/>
        </p:nvSpPr>
        <p:spPr>
          <a:xfrm>
            <a:off x="457200" y="380880"/>
            <a:ext cx="8229300" cy="114270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Orthographics Projection</a:t>
            </a:r>
            <a:endParaRPr sz="1800">
              <a:solidFill>
                <a:schemeClr val="dk1"/>
              </a:solidFill>
              <a:latin typeface="Arial"/>
              <a:ea typeface="Arial"/>
              <a:cs typeface="Arial"/>
              <a:sym typeface="Arial"/>
            </a:endParaRPr>
          </a:p>
        </p:txBody>
      </p:sp>
      <p:sp>
        <p:nvSpPr>
          <p:cNvPr id="345" name="Google Shape;345;g3d41a1cf864_0_30"/>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46" name="Google Shape;346;g3d41a1cf864_0_30"/>
          <p:cNvPicPr preferRelativeResize="0"/>
          <p:nvPr/>
        </p:nvPicPr>
        <p:blipFill>
          <a:blip r:embed="rId3">
            <a:alphaModFix/>
          </a:blip>
          <a:stretch>
            <a:fillRect/>
          </a:stretch>
        </p:blipFill>
        <p:spPr>
          <a:xfrm>
            <a:off x="5069400" y="1675980"/>
            <a:ext cx="3248025" cy="2162175"/>
          </a:xfrm>
          <a:prstGeom prst="rect">
            <a:avLst/>
          </a:prstGeom>
          <a:noFill/>
          <a:ln>
            <a:noFill/>
          </a:ln>
        </p:spPr>
      </p:pic>
      <p:pic>
        <p:nvPicPr>
          <p:cNvPr id="347" name="Google Shape;347;g3d41a1cf864_0_30"/>
          <p:cNvPicPr preferRelativeResize="0"/>
          <p:nvPr/>
        </p:nvPicPr>
        <p:blipFill>
          <a:blip r:embed="rId4">
            <a:alphaModFix/>
          </a:blip>
          <a:stretch>
            <a:fillRect/>
          </a:stretch>
        </p:blipFill>
        <p:spPr>
          <a:xfrm>
            <a:off x="5069400" y="3990555"/>
            <a:ext cx="3475846" cy="221356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0"/>
          <p:cNvSpPr/>
          <p:nvPr/>
        </p:nvSpPr>
        <p:spPr>
          <a:xfrm>
            <a:off x="472320" y="2095920"/>
            <a:ext cx="4571640" cy="2862360"/>
          </a:xfrm>
          <a:prstGeom prst="rect">
            <a:avLst/>
          </a:prstGeom>
          <a:noFill/>
          <a:ln>
            <a:noFill/>
          </a:ln>
        </p:spPr>
        <p:txBody>
          <a:bodyPr anchorCtr="0" anchor="t" bIns="45000" lIns="90000" spcFirstLastPara="1" rIns="90000" wrap="square" tIns="45000">
            <a:noAutofit/>
          </a:bodyPr>
          <a:lstStyle/>
          <a:p>
            <a:pPr indent="0" lvl="0" marL="0" marR="0" rtl="0" algn="l">
              <a:lnSpc>
                <a:spcPct val="150000"/>
              </a:lnSpc>
              <a:spcBef>
                <a:spcPts val="0"/>
              </a:spcBef>
              <a:spcAft>
                <a:spcPts val="0"/>
              </a:spcAft>
              <a:buNone/>
            </a:pPr>
            <a:r>
              <a:rPr lang="en-US" sz="2600">
                <a:solidFill>
                  <a:srgbClr val="000000"/>
                </a:solidFill>
                <a:latin typeface="Times New Roman"/>
                <a:ea typeface="Times New Roman"/>
                <a:cs typeface="Times New Roman"/>
                <a:sym typeface="Times New Roman"/>
              </a:rPr>
              <a:t>2. </a:t>
            </a:r>
            <a:r>
              <a:rPr b="1" lang="en-US" sz="2600" u="sng">
                <a:solidFill>
                  <a:srgbClr val="000000"/>
                </a:solidFill>
                <a:latin typeface="Times New Roman"/>
                <a:ea typeface="Times New Roman"/>
                <a:cs typeface="Times New Roman"/>
                <a:sym typeface="Times New Roman"/>
              </a:rPr>
              <a:t>Oblique projection : </a:t>
            </a:r>
            <a:r>
              <a:rPr lang="en-US" sz="2600">
                <a:solidFill>
                  <a:srgbClr val="000000"/>
                </a:solidFill>
                <a:latin typeface="Times New Roman"/>
                <a:ea typeface="Times New Roman"/>
                <a:cs typeface="Times New Roman"/>
                <a:sym typeface="Times New Roman"/>
              </a:rPr>
              <a:t>If the direction of projection is not perpendicular to the projection plane then it is an </a:t>
            </a:r>
            <a:r>
              <a:rPr b="1" lang="en-US" sz="2600">
                <a:solidFill>
                  <a:srgbClr val="000000"/>
                </a:solidFill>
                <a:latin typeface="Times New Roman"/>
                <a:ea typeface="Times New Roman"/>
                <a:cs typeface="Times New Roman"/>
                <a:sym typeface="Times New Roman"/>
              </a:rPr>
              <a:t>oblique</a:t>
            </a:r>
            <a:r>
              <a:rPr lang="en-US" sz="2600">
                <a:solidFill>
                  <a:srgbClr val="000000"/>
                </a:solidFill>
                <a:latin typeface="Times New Roman"/>
                <a:ea typeface="Times New Roman"/>
                <a:cs typeface="Times New Roman"/>
                <a:sym typeface="Times New Roman"/>
              </a:rPr>
              <a:t> projection. </a:t>
            </a:r>
            <a:endParaRPr sz="1800">
              <a:solidFill>
                <a:schemeClr val="dk1"/>
              </a:solidFill>
              <a:latin typeface="Arial"/>
              <a:ea typeface="Arial"/>
              <a:cs typeface="Arial"/>
              <a:sym typeface="Arial"/>
            </a:endParaRPr>
          </a:p>
        </p:txBody>
      </p:sp>
      <p:pic>
        <p:nvPicPr>
          <p:cNvPr id="353" name="Google Shape;353;p10"/>
          <p:cNvPicPr preferRelativeResize="0"/>
          <p:nvPr/>
        </p:nvPicPr>
        <p:blipFill rotWithShape="1">
          <a:blip r:embed="rId3">
            <a:alphaModFix/>
          </a:blip>
          <a:srcRect b="0" l="0" r="0" t="0"/>
          <a:stretch/>
        </p:blipFill>
        <p:spPr>
          <a:xfrm>
            <a:off x="5257800" y="2065320"/>
            <a:ext cx="3519000" cy="3649320"/>
          </a:xfrm>
          <a:prstGeom prst="rect">
            <a:avLst/>
          </a:prstGeom>
          <a:noFill/>
          <a:ln>
            <a:noFill/>
          </a:ln>
        </p:spPr>
      </p:pic>
      <p:sp>
        <p:nvSpPr>
          <p:cNvPr id="354" name="Google Shape;354;p10"/>
          <p:cNvSpPr/>
          <p:nvPr/>
        </p:nvSpPr>
        <p:spPr>
          <a:xfrm>
            <a:off x="547560" y="457200"/>
            <a:ext cx="8229240" cy="114264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Parallel Projection: Types</a:t>
            </a:r>
            <a:endParaRPr sz="1800">
              <a:solidFill>
                <a:schemeClr val="dk1"/>
              </a:solidFill>
              <a:latin typeface="Arial"/>
              <a:ea typeface="Arial"/>
              <a:cs typeface="Arial"/>
              <a:sym typeface="Arial"/>
            </a:endParaRPr>
          </a:p>
        </p:txBody>
      </p:sp>
      <p:sp>
        <p:nvSpPr>
          <p:cNvPr id="355" name="Google Shape;355;p10"/>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11"/>
          <p:cNvSpPr txBox="1"/>
          <p:nvPr/>
        </p:nvSpPr>
        <p:spPr>
          <a:xfrm>
            <a:off x="457200" y="1600200"/>
            <a:ext cx="4571640" cy="4525560"/>
          </a:xfrm>
          <a:prstGeom prst="rect">
            <a:avLst/>
          </a:prstGeom>
          <a:noFill/>
          <a:ln>
            <a:noFill/>
          </a:ln>
        </p:spPr>
        <p:txBody>
          <a:bodyPr anchorCtr="0" anchor="t" bIns="45700" lIns="91425" spcFirstLastPara="1" rIns="91425" wrap="square" tIns="45700">
            <a:noAutofit/>
          </a:bodyPr>
          <a:lstStyle/>
          <a:p>
            <a:pPr indent="-203200" lvl="0" marL="0" marR="0" rtl="0" algn="l">
              <a:lnSpc>
                <a:spcPct val="100000"/>
              </a:lnSpc>
              <a:spcBef>
                <a:spcPts val="0"/>
              </a:spcBef>
              <a:spcAft>
                <a:spcPts val="0"/>
              </a:spcAft>
              <a:buClr>
                <a:srgbClr val="000000"/>
              </a:buClr>
              <a:buSzPts val="3200"/>
              <a:buFont typeface="Noto Sans Symbols"/>
              <a:buChar char="⮚"/>
            </a:pPr>
            <a:r>
              <a:rPr b="1" lang="en-US" sz="3200">
                <a:solidFill>
                  <a:srgbClr val="000000"/>
                </a:solidFill>
                <a:latin typeface="Times New Roman"/>
                <a:ea typeface="Times New Roman"/>
                <a:cs typeface="Times New Roman"/>
                <a:sym typeface="Times New Roman"/>
              </a:rPr>
              <a:t>Cavalier</a:t>
            </a:r>
            <a:endParaRPr sz="1800">
              <a:solidFill>
                <a:schemeClr val="dk1"/>
              </a:solidFill>
              <a:latin typeface="Arial"/>
              <a:ea typeface="Arial"/>
              <a:cs typeface="Arial"/>
              <a:sym typeface="Arial"/>
            </a:endParaRPr>
          </a:p>
          <a:p>
            <a:pPr indent="0" lvl="0" marL="0" marR="0" rtl="0" algn="l">
              <a:spcBef>
                <a:spcPts val="0"/>
              </a:spcBef>
              <a:spcAft>
                <a:spcPts val="0"/>
              </a:spcAft>
              <a:buNone/>
            </a:pPr>
            <a:r>
              <a:rPr lang="en-US" sz="2600">
                <a:solidFill>
                  <a:srgbClr val="000000"/>
                </a:solidFill>
                <a:latin typeface="Times New Roman"/>
                <a:ea typeface="Times New Roman"/>
                <a:cs typeface="Times New Roman"/>
                <a:sym typeface="Times New Roman"/>
              </a:rPr>
              <a:t>The Cavalier projection makes 45° angle with the projection plane. The projection of a line perpendicular to the view plane has the same length as the line itself in Cavalier projection.</a:t>
            </a:r>
            <a:endParaRPr sz="1800">
              <a:solidFill>
                <a:schemeClr val="dk1"/>
              </a:solidFill>
              <a:latin typeface="Arial"/>
              <a:ea typeface="Arial"/>
              <a:cs typeface="Arial"/>
              <a:sym typeface="Arial"/>
            </a:endParaRPr>
          </a:p>
        </p:txBody>
      </p:sp>
      <p:pic>
        <p:nvPicPr>
          <p:cNvPr id="361" name="Google Shape;361;p11"/>
          <p:cNvPicPr preferRelativeResize="0"/>
          <p:nvPr/>
        </p:nvPicPr>
        <p:blipFill rotWithShape="1">
          <a:blip r:embed="rId3">
            <a:alphaModFix/>
          </a:blip>
          <a:srcRect b="0" l="0" r="0" t="0"/>
          <a:stretch/>
        </p:blipFill>
        <p:spPr>
          <a:xfrm>
            <a:off x="5464977" y="1600198"/>
            <a:ext cx="2554025" cy="2040650"/>
          </a:xfrm>
          <a:prstGeom prst="rect">
            <a:avLst/>
          </a:prstGeom>
          <a:noFill/>
          <a:ln>
            <a:noFill/>
          </a:ln>
        </p:spPr>
      </p:pic>
      <p:sp>
        <p:nvSpPr>
          <p:cNvPr id="362" name="Google Shape;362;p11"/>
          <p:cNvSpPr/>
          <p:nvPr/>
        </p:nvSpPr>
        <p:spPr>
          <a:xfrm>
            <a:off x="472320" y="304920"/>
            <a:ext cx="8229240" cy="114264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Oblique Projection: Types</a:t>
            </a:r>
            <a:endParaRPr sz="1800">
              <a:solidFill>
                <a:schemeClr val="dk1"/>
              </a:solidFill>
              <a:latin typeface="Arial"/>
              <a:ea typeface="Arial"/>
              <a:cs typeface="Arial"/>
              <a:sym typeface="Arial"/>
            </a:endParaRPr>
          </a:p>
        </p:txBody>
      </p:sp>
      <p:sp>
        <p:nvSpPr>
          <p:cNvPr id="363" name="Google Shape;363;p11"/>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64" name="Google Shape;364;p11"/>
          <p:cNvPicPr preferRelativeResize="0"/>
          <p:nvPr/>
        </p:nvPicPr>
        <p:blipFill>
          <a:blip r:embed="rId4">
            <a:alphaModFix/>
          </a:blip>
          <a:stretch>
            <a:fillRect/>
          </a:stretch>
        </p:blipFill>
        <p:spPr>
          <a:xfrm>
            <a:off x="4496075" y="3945775"/>
            <a:ext cx="4647924" cy="24435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12"/>
          <p:cNvSpPr/>
          <p:nvPr/>
        </p:nvSpPr>
        <p:spPr>
          <a:xfrm>
            <a:off x="591300" y="1848240"/>
            <a:ext cx="4495200" cy="3349800"/>
          </a:xfrm>
          <a:prstGeom prst="rect">
            <a:avLst/>
          </a:prstGeom>
          <a:noFill/>
          <a:ln>
            <a:noFill/>
          </a:ln>
        </p:spPr>
        <p:txBody>
          <a:bodyPr anchorCtr="0" anchor="t" bIns="45000" lIns="90000" spcFirstLastPara="1" rIns="90000" wrap="square" tIns="45000">
            <a:noAutofit/>
          </a:bodyPr>
          <a:lstStyle/>
          <a:p>
            <a:pPr indent="-203200" lvl="0" marL="0" marR="0" rtl="0" algn="l">
              <a:lnSpc>
                <a:spcPct val="100000"/>
              </a:lnSpc>
              <a:spcBef>
                <a:spcPts val="0"/>
              </a:spcBef>
              <a:spcAft>
                <a:spcPts val="0"/>
              </a:spcAft>
              <a:buClr>
                <a:srgbClr val="000000"/>
              </a:buClr>
              <a:buSzPts val="3200"/>
              <a:buFont typeface="Noto Sans Symbols"/>
              <a:buChar char="⮚"/>
            </a:pPr>
            <a:r>
              <a:rPr b="1" lang="en-US" sz="3200">
                <a:solidFill>
                  <a:srgbClr val="000000"/>
                </a:solidFill>
                <a:latin typeface="Times New Roman"/>
                <a:ea typeface="Times New Roman"/>
                <a:cs typeface="Times New Roman"/>
                <a:sym typeface="Times New Roman"/>
              </a:rPr>
              <a:t>Cabinet</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rPr lang="en-US" sz="2600">
                <a:solidFill>
                  <a:srgbClr val="000000"/>
                </a:solidFill>
                <a:latin typeface="Times New Roman"/>
                <a:ea typeface="Times New Roman"/>
                <a:cs typeface="Times New Roman"/>
                <a:sym typeface="Times New Roman"/>
              </a:rPr>
              <a:t>The Cabinet projection makes 63.4° angle with the projection plane. In Cabinet projection, lines perpendicular to the viewing surface are projected at ½ their actual length.</a:t>
            </a:r>
            <a:endParaRPr sz="1800">
              <a:solidFill>
                <a:schemeClr val="dk1"/>
              </a:solidFill>
              <a:latin typeface="Arial"/>
              <a:ea typeface="Arial"/>
              <a:cs typeface="Arial"/>
              <a:sym typeface="Arial"/>
            </a:endParaRPr>
          </a:p>
        </p:txBody>
      </p:sp>
      <p:pic>
        <p:nvPicPr>
          <p:cNvPr id="370" name="Google Shape;370;p12"/>
          <p:cNvPicPr preferRelativeResize="0"/>
          <p:nvPr/>
        </p:nvPicPr>
        <p:blipFill rotWithShape="1">
          <a:blip r:embed="rId3">
            <a:alphaModFix/>
          </a:blip>
          <a:srcRect b="0" l="0" r="0" t="0"/>
          <a:stretch/>
        </p:blipFill>
        <p:spPr>
          <a:xfrm>
            <a:off x="5514300" y="1488925"/>
            <a:ext cx="2720700" cy="2838925"/>
          </a:xfrm>
          <a:prstGeom prst="rect">
            <a:avLst/>
          </a:prstGeom>
          <a:noFill/>
          <a:ln>
            <a:noFill/>
          </a:ln>
        </p:spPr>
      </p:pic>
      <p:sp>
        <p:nvSpPr>
          <p:cNvPr id="371" name="Google Shape;371;p12"/>
          <p:cNvSpPr/>
          <p:nvPr/>
        </p:nvSpPr>
        <p:spPr>
          <a:xfrm>
            <a:off x="533520" y="457200"/>
            <a:ext cx="8229240" cy="1142640"/>
          </a:xfrm>
          <a:prstGeom prst="rect">
            <a:avLst/>
          </a:prstGeom>
          <a:noFill/>
          <a:ln>
            <a:noFill/>
          </a:ln>
        </p:spPr>
        <p:txBody>
          <a:bodyPr anchorCtr="0" anchor="t" bIns="45000" lIns="90000" spcFirstLastPara="1" rIns="90000" wrap="square" tIns="450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Oblique Projection: Types</a:t>
            </a:r>
            <a:endParaRPr sz="1800">
              <a:solidFill>
                <a:schemeClr val="dk1"/>
              </a:solidFill>
              <a:latin typeface="Arial"/>
              <a:ea typeface="Arial"/>
              <a:cs typeface="Arial"/>
              <a:sym typeface="Arial"/>
            </a:endParaRPr>
          </a:p>
        </p:txBody>
      </p:sp>
      <p:sp>
        <p:nvSpPr>
          <p:cNvPr id="372" name="Google Shape;372;p1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73" name="Google Shape;373;p12"/>
          <p:cNvPicPr preferRelativeResize="0"/>
          <p:nvPr/>
        </p:nvPicPr>
        <p:blipFill>
          <a:blip r:embed="rId4">
            <a:alphaModFix/>
          </a:blip>
          <a:stretch>
            <a:fillRect/>
          </a:stretch>
        </p:blipFill>
        <p:spPr>
          <a:xfrm>
            <a:off x="3888347" y="4327850"/>
            <a:ext cx="5255655" cy="2393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13"/>
          <p:cNvSpPr txBox="1"/>
          <p:nvPr/>
        </p:nvSpPr>
        <p:spPr>
          <a:xfrm>
            <a:off x="380880" y="228600"/>
            <a:ext cx="8229240" cy="114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Perspective Projection</a:t>
            </a:r>
            <a:endParaRPr sz="1800">
              <a:solidFill>
                <a:schemeClr val="dk1"/>
              </a:solidFill>
              <a:latin typeface="Arial"/>
              <a:ea typeface="Arial"/>
              <a:cs typeface="Arial"/>
              <a:sym typeface="Arial"/>
            </a:endParaRPr>
          </a:p>
        </p:txBody>
      </p:sp>
      <p:sp>
        <p:nvSpPr>
          <p:cNvPr id="379" name="Google Shape;379;p13"/>
          <p:cNvSpPr txBox="1"/>
          <p:nvPr/>
        </p:nvSpPr>
        <p:spPr>
          <a:xfrm>
            <a:off x="457200" y="1600200"/>
            <a:ext cx="8305560" cy="4525560"/>
          </a:xfrm>
          <a:prstGeom prst="rect">
            <a:avLst/>
          </a:prstGeom>
          <a:noFill/>
          <a:ln>
            <a:noFill/>
          </a:ln>
        </p:spPr>
        <p:txBody>
          <a:bodyPr anchorCtr="0" anchor="t" bIns="45700" lIns="91425" spcFirstLastPara="1" rIns="91425" wrap="square" tIns="45700">
            <a:noAutofit/>
          </a:bodyPr>
          <a:lstStyle/>
          <a:p>
            <a:pPr indent="-213360" lvl="0" marL="0" marR="0" rtl="0" algn="l">
              <a:lnSpc>
                <a:spcPct val="100000"/>
              </a:lnSpc>
              <a:spcBef>
                <a:spcPts val="0"/>
              </a:spcBef>
              <a:spcAft>
                <a:spcPts val="0"/>
              </a:spcAft>
              <a:buClr>
                <a:srgbClr val="000000"/>
              </a:buClr>
              <a:buSzPts val="3360"/>
              <a:buFont typeface="Noto Sans Symbols"/>
              <a:buChar char="⮚"/>
            </a:pPr>
            <a:r>
              <a:rPr lang="en-US" sz="2800">
                <a:solidFill>
                  <a:srgbClr val="000000"/>
                </a:solidFill>
                <a:latin typeface="Times New Roman"/>
                <a:ea typeface="Times New Roman"/>
                <a:cs typeface="Times New Roman"/>
                <a:sym typeface="Times New Roman"/>
              </a:rPr>
              <a:t>Project points to the display plane along converging paths. </a:t>
            </a:r>
            <a:endParaRPr sz="1800">
              <a:solidFill>
                <a:schemeClr val="dk1"/>
              </a:solidFill>
              <a:latin typeface="Arial"/>
              <a:ea typeface="Arial"/>
              <a:cs typeface="Arial"/>
              <a:sym typeface="Arial"/>
            </a:endParaRPr>
          </a:p>
          <a:p>
            <a:pPr indent="-213360" lvl="0" marL="0" marR="0" rtl="0" algn="l">
              <a:lnSpc>
                <a:spcPct val="100000"/>
              </a:lnSpc>
              <a:spcBef>
                <a:spcPts val="0"/>
              </a:spcBef>
              <a:spcAft>
                <a:spcPts val="0"/>
              </a:spcAft>
              <a:buClr>
                <a:srgbClr val="000000"/>
              </a:buClr>
              <a:buSzPts val="3360"/>
              <a:buFont typeface="Noto Sans Symbols"/>
              <a:buChar char="⮚"/>
            </a:pPr>
            <a:r>
              <a:rPr lang="en-US" sz="2800">
                <a:solidFill>
                  <a:srgbClr val="000000"/>
                </a:solidFill>
                <a:latin typeface="Times New Roman"/>
                <a:ea typeface="Times New Roman"/>
                <a:cs typeface="Times New Roman"/>
                <a:sym typeface="Times New Roman"/>
              </a:rPr>
              <a:t>This is the way that our eyes and a camera lens form images and so the displays are more realistic.</a:t>
            </a:r>
            <a:endParaRPr sz="1800">
              <a:solidFill>
                <a:schemeClr val="dk1"/>
              </a:solidFill>
              <a:latin typeface="Arial"/>
              <a:ea typeface="Arial"/>
              <a:cs typeface="Arial"/>
              <a:sym typeface="Arial"/>
            </a:endParaRPr>
          </a:p>
          <a:p>
            <a:pPr indent="-213360" lvl="0" marL="0" marR="0" rtl="0" algn="l">
              <a:lnSpc>
                <a:spcPct val="100000"/>
              </a:lnSpc>
              <a:spcBef>
                <a:spcPts val="0"/>
              </a:spcBef>
              <a:spcAft>
                <a:spcPts val="0"/>
              </a:spcAft>
              <a:buClr>
                <a:srgbClr val="000000"/>
              </a:buClr>
              <a:buSzPts val="3360"/>
              <a:buFont typeface="Noto Sans Symbols"/>
              <a:buChar char="⮚"/>
            </a:pPr>
            <a:r>
              <a:rPr lang="en-US" sz="2800">
                <a:solidFill>
                  <a:srgbClr val="000000"/>
                </a:solidFill>
                <a:latin typeface="Times New Roman"/>
                <a:ea typeface="Times New Roman"/>
                <a:cs typeface="Times New Roman"/>
                <a:sym typeface="Times New Roman"/>
              </a:rPr>
              <a:t>Parallel lines appear to converge to a distant point in the background.</a:t>
            </a:r>
            <a:endParaRPr sz="1800">
              <a:solidFill>
                <a:schemeClr val="dk1"/>
              </a:solidFill>
              <a:latin typeface="Arial"/>
              <a:ea typeface="Arial"/>
              <a:cs typeface="Arial"/>
              <a:sym typeface="Arial"/>
            </a:endParaRPr>
          </a:p>
          <a:p>
            <a:pPr indent="-213360" lvl="0" marL="0" marR="0" rtl="0" algn="l">
              <a:lnSpc>
                <a:spcPct val="100000"/>
              </a:lnSpc>
              <a:spcBef>
                <a:spcPts val="0"/>
              </a:spcBef>
              <a:spcAft>
                <a:spcPts val="0"/>
              </a:spcAft>
              <a:buClr>
                <a:srgbClr val="000000"/>
              </a:buClr>
              <a:buSzPts val="3360"/>
              <a:buFont typeface="Noto Sans Symbols"/>
              <a:buChar char="⮚"/>
            </a:pPr>
            <a:r>
              <a:rPr lang="en-US" sz="2800">
                <a:solidFill>
                  <a:srgbClr val="000000"/>
                </a:solidFill>
                <a:latin typeface="Times New Roman"/>
                <a:ea typeface="Times New Roman"/>
                <a:cs typeface="Times New Roman"/>
                <a:sym typeface="Times New Roman"/>
              </a:rPr>
              <a:t>Distant objects appear smaller than objects closer to the viewing position. </a:t>
            </a:r>
            <a:endParaRPr sz="1800">
              <a:solidFill>
                <a:schemeClr val="dk1"/>
              </a:solidFill>
              <a:latin typeface="Arial"/>
              <a:ea typeface="Arial"/>
              <a:cs typeface="Arial"/>
              <a:sym typeface="Arial"/>
            </a:endParaRPr>
          </a:p>
        </p:txBody>
      </p:sp>
      <p:sp>
        <p:nvSpPr>
          <p:cNvPr id="380" name="Google Shape;380;p13"/>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14"/>
          <p:cNvPicPr preferRelativeResize="0"/>
          <p:nvPr/>
        </p:nvPicPr>
        <p:blipFill rotWithShape="1">
          <a:blip r:embed="rId3">
            <a:alphaModFix/>
          </a:blip>
          <a:srcRect b="0" l="0" r="0" t="0"/>
          <a:stretch/>
        </p:blipFill>
        <p:spPr>
          <a:xfrm>
            <a:off x="0" y="1897534"/>
            <a:ext cx="5467500" cy="3966440"/>
          </a:xfrm>
          <a:prstGeom prst="rect">
            <a:avLst/>
          </a:prstGeom>
          <a:noFill/>
          <a:ln>
            <a:noFill/>
          </a:ln>
        </p:spPr>
      </p:pic>
      <p:sp>
        <p:nvSpPr>
          <p:cNvPr id="386" name="Google Shape;386;p14"/>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387" name="Google Shape;387;p14"/>
          <p:cNvPicPr preferRelativeResize="0"/>
          <p:nvPr/>
        </p:nvPicPr>
        <p:blipFill>
          <a:blip r:embed="rId4">
            <a:alphaModFix/>
          </a:blip>
          <a:stretch>
            <a:fillRect/>
          </a:stretch>
        </p:blipFill>
        <p:spPr>
          <a:xfrm>
            <a:off x="4688400" y="2171188"/>
            <a:ext cx="4396325" cy="31821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15"/>
          <p:cNvSpPr txBox="1"/>
          <p:nvPr/>
        </p:nvSpPr>
        <p:spPr>
          <a:xfrm>
            <a:off x="152280" y="228600"/>
            <a:ext cx="8229240" cy="114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Types</a:t>
            </a:r>
            <a:endParaRPr sz="1800">
              <a:solidFill>
                <a:schemeClr val="dk1"/>
              </a:solidFill>
              <a:latin typeface="Arial"/>
              <a:ea typeface="Arial"/>
              <a:cs typeface="Arial"/>
              <a:sym typeface="Arial"/>
            </a:endParaRPr>
          </a:p>
        </p:txBody>
      </p:sp>
      <p:sp>
        <p:nvSpPr>
          <p:cNvPr id="393" name="Google Shape;393;p15"/>
          <p:cNvSpPr txBox="1"/>
          <p:nvPr/>
        </p:nvSpPr>
        <p:spPr>
          <a:xfrm>
            <a:off x="609480" y="1828800"/>
            <a:ext cx="7924320" cy="3428640"/>
          </a:xfrm>
          <a:prstGeom prst="rect">
            <a:avLst/>
          </a:prstGeom>
          <a:noFill/>
          <a:ln>
            <a:noFill/>
          </a:ln>
        </p:spPr>
        <p:txBody>
          <a:bodyPr anchorCtr="0" anchor="t" bIns="45700" lIns="91425" spcFirstLastPara="1" rIns="91425" wrap="square" tIns="45700">
            <a:noAutofit/>
          </a:bodyPr>
          <a:lstStyle/>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One point</a:t>
            </a:r>
            <a:r>
              <a:rPr lang="en-US" sz="2800">
                <a:solidFill>
                  <a:srgbClr val="000000"/>
                </a:solidFill>
                <a:latin typeface="Times New Roman"/>
                <a:ea typeface="Times New Roman"/>
                <a:cs typeface="Times New Roman"/>
                <a:sym typeface="Times New Roman"/>
              </a:rPr>
              <a:t> perspective projection is simple to draw.</a:t>
            </a:r>
            <a:endParaRPr sz="1800">
              <a:solidFill>
                <a:schemeClr val="dk1"/>
              </a:solidFill>
              <a:latin typeface="Arial"/>
              <a:ea typeface="Arial"/>
              <a:cs typeface="Arial"/>
              <a:sym typeface="Arial"/>
            </a:endParaRPr>
          </a:p>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Two point</a:t>
            </a:r>
            <a:r>
              <a:rPr lang="en-US" sz="2800">
                <a:solidFill>
                  <a:srgbClr val="000000"/>
                </a:solidFill>
                <a:latin typeface="Times New Roman"/>
                <a:ea typeface="Times New Roman"/>
                <a:cs typeface="Times New Roman"/>
                <a:sym typeface="Times New Roman"/>
              </a:rPr>
              <a:t> perspective projection gives better impression of depth.</a:t>
            </a:r>
            <a:endParaRPr sz="1800">
              <a:solidFill>
                <a:schemeClr val="dk1"/>
              </a:solidFill>
              <a:latin typeface="Arial"/>
              <a:ea typeface="Arial"/>
              <a:cs typeface="Arial"/>
              <a:sym typeface="Arial"/>
            </a:endParaRPr>
          </a:p>
          <a:p>
            <a:pPr indent="-177800" lvl="0" marL="0" marR="0" rtl="0" algn="l">
              <a:lnSpc>
                <a:spcPct val="100000"/>
              </a:lnSpc>
              <a:spcBef>
                <a:spcPts val="0"/>
              </a:spcBef>
              <a:spcAft>
                <a:spcPts val="0"/>
              </a:spcAft>
              <a:buClr>
                <a:srgbClr val="000000"/>
              </a:buClr>
              <a:buSzPts val="2800"/>
              <a:buFont typeface="Noto Sans Symbols"/>
              <a:buChar char="⮚"/>
            </a:pPr>
            <a:r>
              <a:rPr b="1" lang="en-US" sz="2800">
                <a:solidFill>
                  <a:srgbClr val="000000"/>
                </a:solidFill>
                <a:latin typeface="Times New Roman"/>
                <a:ea typeface="Times New Roman"/>
                <a:cs typeface="Times New Roman"/>
                <a:sym typeface="Times New Roman"/>
              </a:rPr>
              <a:t>Three point</a:t>
            </a:r>
            <a:r>
              <a:rPr lang="en-US" sz="2800">
                <a:solidFill>
                  <a:srgbClr val="000000"/>
                </a:solidFill>
                <a:latin typeface="Times New Roman"/>
                <a:ea typeface="Times New Roman"/>
                <a:cs typeface="Times New Roman"/>
                <a:sym typeface="Times New Roman"/>
              </a:rPr>
              <a:t> perspective projection is most difficult to draw.</a:t>
            </a:r>
            <a:endParaRPr sz="1800">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394" name="Google Shape;394;p15"/>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pic>
        <p:nvPicPr>
          <p:cNvPr id="399" name="Google Shape;399;p16"/>
          <p:cNvPicPr preferRelativeResize="0"/>
          <p:nvPr/>
        </p:nvPicPr>
        <p:blipFill rotWithShape="1">
          <a:blip r:embed="rId3">
            <a:alphaModFix/>
          </a:blip>
          <a:srcRect b="0" l="0" r="0" t="0"/>
          <a:stretch/>
        </p:blipFill>
        <p:spPr>
          <a:xfrm>
            <a:off x="838080" y="1066680"/>
            <a:ext cx="7619760" cy="4800240"/>
          </a:xfrm>
          <a:prstGeom prst="rect">
            <a:avLst/>
          </a:prstGeom>
          <a:noFill/>
          <a:ln>
            <a:noFill/>
          </a:ln>
        </p:spPr>
      </p:pic>
      <p:sp>
        <p:nvSpPr>
          <p:cNvPr id="400" name="Google Shape;400;p16"/>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17"/>
          <p:cNvSpPr txBox="1"/>
          <p:nvPr/>
        </p:nvSpPr>
        <p:spPr>
          <a:xfrm>
            <a:off x="554760" y="304920"/>
            <a:ext cx="7392600" cy="114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Perspective Projection</a:t>
            </a:r>
            <a:endParaRPr sz="1800">
              <a:solidFill>
                <a:schemeClr val="dk1"/>
              </a:solidFill>
              <a:latin typeface="Arial"/>
              <a:ea typeface="Arial"/>
              <a:cs typeface="Arial"/>
              <a:sym typeface="Arial"/>
            </a:endParaRPr>
          </a:p>
        </p:txBody>
      </p:sp>
      <p:sp>
        <p:nvSpPr>
          <p:cNvPr id="406" name="Google Shape;406;p17"/>
          <p:cNvSpPr txBox="1"/>
          <p:nvPr/>
        </p:nvSpPr>
        <p:spPr>
          <a:xfrm>
            <a:off x="457200" y="1600200"/>
            <a:ext cx="8229240" cy="4525560"/>
          </a:xfrm>
          <a:prstGeom prst="rect">
            <a:avLst/>
          </a:prstGeom>
          <a:noFill/>
          <a:ln>
            <a:noFill/>
          </a:ln>
        </p:spPr>
        <p:txBody>
          <a:bodyPr anchorCtr="0" anchor="t" bIns="45700" lIns="91425" spcFirstLastPara="1" rIns="91425" wrap="square" tIns="45700">
            <a:noAutofit/>
          </a:bodyPr>
          <a:lstStyle/>
          <a:p>
            <a:pPr indent="-177800" lvl="0" marL="0" marR="0" rtl="0" algn="l">
              <a:lnSpc>
                <a:spcPct val="100000"/>
              </a:lnSpc>
              <a:spcBef>
                <a:spcPts val="0"/>
              </a:spcBef>
              <a:spcAft>
                <a:spcPts val="0"/>
              </a:spcAft>
              <a:buClr>
                <a:srgbClr val="000000"/>
              </a:buClr>
              <a:buSzPts val="2800"/>
              <a:buFont typeface="Noto Sans Symbols"/>
              <a:buChar char="⮚"/>
            </a:pPr>
            <a:r>
              <a:rPr lang="en-US" sz="2800">
                <a:solidFill>
                  <a:srgbClr val="000000"/>
                </a:solidFill>
                <a:latin typeface="Times New Roman"/>
                <a:ea typeface="Times New Roman"/>
                <a:cs typeface="Times New Roman"/>
                <a:sym typeface="Times New Roman"/>
              </a:rPr>
              <a:t>When we do 3-D graphics, we think of the </a:t>
            </a:r>
            <a:br>
              <a:rPr lang="en-US" sz="2800">
                <a:solidFill>
                  <a:srgbClr val="000000"/>
                </a:solidFill>
                <a:latin typeface="Times New Roman"/>
                <a:ea typeface="Times New Roman"/>
                <a:cs typeface="Times New Roman"/>
                <a:sym typeface="Times New Roman"/>
              </a:rPr>
            </a:br>
            <a:r>
              <a:rPr lang="en-US" sz="2800">
                <a:solidFill>
                  <a:srgbClr val="000000"/>
                </a:solidFill>
                <a:latin typeface="Times New Roman"/>
                <a:ea typeface="Times New Roman"/>
                <a:cs typeface="Times New Roman"/>
                <a:sym typeface="Times New Roman"/>
              </a:rPr>
              <a:t>screen as a 2-D window onto the 3-D world:</a:t>
            </a:r>
            <a:endParaRPr sz="1800">
              <a:solidFill>
                <a:schemeClr val="dk1"/>
              </a:solidFill>
              <a:latin typeface="Arial"/>
              <a:ea typeface="Arial"/>
              <a:cs typeface="Arial"/>
              <a:sym typeface="Arial"/>
            </a:endParaRPr>
          </a:p>
        </p:txBody>
      </p:sp>
      <p:pic>
        <p:nvPicPr>
          <p:cNvPr id="407" name="Google Shape;407;p17"/>
          <p:cNvPicPr preferRelativeResize="0"/>
          <p:nvPr/>
        </p:nvPicPr>
        <p:blipFill rotWithShape="1">
          <a:blip r:embed="rId3">
            <a:alphaModFix/>
          </a:blip>
          <a:srcRect b="0" l="0" r="0" t="0"/>
          <a:stretch/>
        </p:blipFill>
        <p:spPr>
          <a:xfrm>
            <a:off x="0" y="3886200"/>
            <a:ext cx="2998440" cy="2341080"/>
          </a:xfrm>
          <a:prstGeom prst="rect">
            <a:avLst/>
          </a:prstGeom>
          <a:noFill/>
          <a:ln>
            <a:noFill/>
          </a:ln>
        </p:spPr>
      </p:pic>
      <p:sp>
        <p:nvSpPr>
          <p:cNvPr id="408" name="Google Shape;408;p17"/>
          <p:cNvSpPr/>
          <p:nvPr/>
        </p:nvSpPr>
        <p:spPr>
          <a:xfrm>
            <a:off x="5181840" y="4343400"/>
            <a:ext cx="456840" cy="2361960"/>
          </a:xfrm>
          <a:prstGeom prst="rect">
            <a:avLst/>
          </a:prstGeom>
          <a:solidFill>
            <a:srgbClr val="4F81BD"/>
          </a:solidFill>
          <a:ln cap="flat" cmpd="sng" w="38150">
            <a:solidFill>
              <a:srgbClr val="000000"/>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7523640" y="6067800"/>
            <a:ext cx="781200" cy="489600"/>
          </a:xfrm>
          <a:prstGeom prst="rect">
            <a:avLst/>
          </a:prstGeom>
          <a:solidFill>
            <a:srgbClr val="FFC0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7"/>
          <p:cNvSpPr/>
          <p:nvPr/>
        </p:nvSpPr>
        <p:spPr>
          <a:xfrm>
            <a:off x="7617600" y="6323040"/>
            <a:ext cx="570240" cy="24408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7901280" y="6336000"/>
            <a:ext cx="186480" cy="4716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7703640" y="6250320"/>
            <a:ext cx="361440" cy="9036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7"/>
          <p:cNvSpPr/>
          <p:nvPr/>
        </p:nvSpPr>
        <p:spPr>
          <a:xfrm>
            <a:off x="8182440" y="6281280"/>
            <a:ext cx="63720" cy="2232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8167320" y="6243120"/>
            <a:ext cx="65880" cy="2484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17"/>
          <p:cNvSpPr/>
          <p:nvPr/>
        </p:nvSpPr>
        <p:spPr>
          <a:xfrm>
            <a:off x="8149320" y="6190560"/>
            <a:ext cx="64800" cy="3312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7"/>
          <p:cNvSpPr/>
          <p:nvPr/>
        </p:nvSpPr>
        <p:spPr>
          <a:xfrm>
            <a:off x="8125560" y="6158520"/>
            <a:ext cx="69480" cy="2700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8119800" y="6121440"/>
            <a:ext cx="62280" cy="2340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p:nvPr/>
        </p:nvSpPr>
        <p:spPr>
          <a:xfrm>
            <a:off x="7467480" y="5910480"/>
            <a:ext cx="703800" cy="416880"/>
          </a:xfrm>
          <a:prstGeom prst="rect">
            <a:avLst/>
          </a:prstGeom>
          <a:solidFill>
            <a:srgbClr val="FFA04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7391160" y="5791320"/>
            <a:ext cx="938520" cy="520920"/>
          </a:xfrm>
          <a:prstGeom prst="rect">
            <a:avLst/>
          </a:prstGeom>
          <a:solidFill>
            <a:srgbClr val="402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7"/>
          <p:cNvSpPr/>
          <p:nvPr/>
        </p:nvSpPr>
        <p:spPr>
          <a:xfrm>
            <a:off x="7725960" y="5999760"/>
            <a:ext cx="328320" cy="152280"/>
          </a:xfrm>
          <a:prstGeom prst="rect">
            <a:avLst/>
          </a:prstGeom>
          <a:solidFill>
            <a:srgbClr val="C06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
          <p:cNvSpPr/>
          <p:nvPr/>
        </p:nvSpPr>
        <p:spPr>
          <a:xfrm>
            <a:off x="7908840" y="6036840"/>
            <a:ext cx="146880" cy="116640"/>
          </a:xfrm>
          <a:prstGeom prst="rect">
            <a:avLst/>
          </a:prstGeom>
          <a:solidFill>
            <a:srgbClr val="603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7"/>
          <p:cNvSpPr/>
          <p:nvPr/>
        </p:nvSpPr>
        <p:spPr>
          <a:xfrm>
            <a:off x="7697880" y="5937840"/>
            <a:ext cx="595080" cy="445680"/>
          </a:xfrm>
          <a:prstGeom prst="rect">
            <a:avLst/>
          </a:prstGeom>
          <a:solidFill>
            <a:srgbClr val="201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7"/>
          <p:cNvSpPr/>
          <p:nvPr/>
        </p:nvSpPr>
        <p:spPr>
          <a:xfrm>
            <a:off x="7623720" y="5986800"/>
            <a:ext cx="291240" cy="122400"/>
          </a:xfrm>
          <a:prstGeom prst="rect">
            <a:avLst/>
          </a:prstGeom>
          <a:solidFill>
            <a:srgbClr val="23110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7"/>
          <p:cNvSpPr/>
          <p:nvPr/>
        </p:nvSpPr>
        <p:spPr>
          <a:xfrm>
            <a:off x="7622640" y="6029640"/>
            <a:ext cx="678600" cy="489600"/>
          </a:xfrm>
          <a:prstGeom prst="rect">
            <a:avLst/>
          </a:prstGeom>
          <a:solidFill>
            <a:srgbClr val="201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p:nvPr/>
        </p:nvSpPr>
        <p:spPr>
          <a:xfrm>
            <a:off x="7653600" y="6059520"/>
            <a:ext cx="394920" cy="228600"/>
          </a:xfrm>
          <a:prstGeom prst="rect">
            <a:avLst/>
          </a:pr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7"/>
          <p:cNvSpPr/>
          <p:nvPr/>
        </p:nvSpPr>
        <p:spPr>
          <a:xfrm>
            <a:off x="7643880" y="6139440"/>
            <a:ext cx="45720" cy="49680"/>
          </a:xfrm>
          <a:prstGeom prst="rect">
            <a:avLst/>
          </a:pr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7"/>
          <p:cNvSpPr/>
          <p:nvPr/>
        </p:nvSpPr>
        <p:spPr>
          <a:xfrm>
            <a:off x="7630920" y="6146640"/>
            <a:ext cx="47880" cy="33120"/>
          </a:xfrm>
          <a:prstGeom prst="rect">
            <a:avLst/>
          </a:pr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7"/>
          <p:cNvSpPr/>
          <p:nvPr/>
        </p:nvSpPr>
        <p:spPr>
          <a:xfrm>
            <a:off x="7820280" y="6105960"/>
            <a:ext cx="180360" cy="185760"/>
          </a:xfrm>
          <a:prstGeom prst="rect">
            <a:avLst/>
          </a:prstGeom>
          <a:solidFill>
            <a:srgbClr val="C0C0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p:nvPr/>
        </p:nvSpPr>
        <p:spPr>
          <a:xfrm>
            <a:off x="7810920" y="6100200"/>
            <a:ext cx="179280" cy="18576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7"/>
          <p:cNvSpPr/>
          <p:nvPr/>
        </p:nvSpPr>
        <p:spPr>
          <a:xfrm>
            <a:off x="7797600" y="6093000"/>
            <a:ext cx="180360" cy="18576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7"/>
          <p:cNvSpPr/>
          <p:nvPr/>
        </p:nvSpPr>
        <p:spPr>
          <a:xfrm>
            <a:off x="7700040" y="6065640"/>
            <a:ext cx="87480" cy="208440"/>
          </a:xfrm>
          <a:prstGeom prst="rect">
            <a:avLst/>
          </a:prstGeom>
          <a:solidFill>
            <a:srgbClr val="C0C0C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7"/>
          <p:cNvSpPr/>
          <p:nvPr/>
        </p:nvSpPr>
        <p:spPr>
          <a:xfrm>
            <a:off x="7710840" y="6066720"/>
            <a:ext cx="88560" cy="208440"/>
          </a:xfrm>
          <a:prstGeom prst="rect">
            <a:avLst/>
          </a:prstGeom>
          <a:solidFill>
            <a:srgbClr val="E0E0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p:nvPr/>
        </p:nvSpPr>
        <p:spPr>
          <a:xfrm>
            <a:off x="7723800" y="6065640"/>
            <a:ext cx="88560" cy="20844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7"/>
          <p:cNvSpPr/>
          <p:nvPr/>
        </p:nvSpPr>
        <p:spPr>
          <a:xfrm>
            <a:off x="7669080" y="6059520"/>
            <a:ext cx="379440" cy="199800"/>
          </a:xfrm>
          <a:prstGeom prst="rect">
            <a:avLst/>
          </a:prstGeom>
          <a:solidFill>
            <a:srgbClr val="A0A0A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7"/>
          <p:cNvSpPr/>
          <p:nvPr/>
        </p:nvSpPr>
        <p:spPr>
          <a:xfrm>
            <a:off x="7733160" y="6053400"/>
            <a:ext cx="232920" cy="225000"/>
          </a:xfrm>
          <a:prstGeom prst="ellipse">
            <a:avLst/>
          </a:prstGeom>
          <a:solidFill>
            <a:srgbClr val="804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7"/>
          <p:cNvSpPr/>
          <p:nvPr/>
        </p:nvSpPr>
        <p:spPr>
          <a:xfrm>
            <a:off x="7739280" y="6058440"/>
            <a:ext cx="226800" cy="140400"/>
          </a:xfrm>
          <a:prstGeom prst="rect">
            <a:avLst/>
          </a:prstGeom>
          <a:solidFill>
            <a:srgbClr val="201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7"/>
          <p:cNvSpPr/>
          <p:nvPr/>
        </p:nvSpPr>
        <p:spPr>
          <a:xfrm>
            <a:off x="7795440" y="6115680"/>
            <a:ext cx="105120" cy="10332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7"/>
          <p:cNvSpPr/>
          <p:nvPr/>
        </p:nvSpPr>
        <p:spPr>
          <a:xfrm>
            <a:off x="7858440" y="6112080"/>
            <a:ext cx="46800" cy="43920"/>
          </a:xfrm>
          <a:prstGeom prst="ellipse">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7"/>
          <p:cNvSpPr/>
          <p:nvPr/>
        </p:nvSpPr>
        <p:spPr>
          <a:xfrm>
            <a:off x="7630920" y="6147720"/>
            <a:ext cx="34920" cy="28080"/>
          </a:xfrm>
          <a:prstGeom prst="rect">
            <a:avLst/>
          </a:prstGeom>
          <a:solidFill>
            <a:srgbClr val="6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7"/>
          <p:cNvSpPr/>
          <p:nvPr/>
        </p:nvSpPr>
        <p:spPr>
          <a:xfrm>
            <a:off x="7651080" y="6163200"/>
            <a:ext cx="401040" cy="142560"/>
          </a:xfrm>
          <a:prstGeom prst="rect">
            <a:avLst/>
          </a:prstGeom>
          <a:solidFill>
            <a:srgbClr val="201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7"/>
          <p:cNvSpPr/>
          <p:nvPr/>
        </p:nvSpPr>
        <p:spPr>
          <a:xfrm>
            <a:off x="7643880" y="6051240"/>
            <a:ext cx="408240" cy="207000"/>
          </a:xfrm>
          <a:prstGeom prst="rect">
            <a:avLst/>
          </a:prstGeom>
          <a:solidFill>
            <a:srgbClr val="20202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2" name="Google Shape;442;p17"/>
          <p:cNvCxnSpPr/>
          <p:nvPr/>
        </p:nvCxnSpPr>
        <p:spPr>
          <a:xfrm rot="10800000">
            <a:off x="1828800" y="6172200"/>
            <a:ext cx="5943600" cy="0"/>
          </a:xfrm>
          <a:prstGeom prst="straightConnector1">
            <a:avLst/>
          </a:prstGeom>
          <a:noFill/>
          <a:ln cap="flat" cmpd="sng" w="38150">
            <a:solidFill>
              <a:srgbClr val="1F497D"/>
            </a:solidFill>
            <a:prstDash val="solid"/>
            <a:round/>
            <a:headEnd len="sm" w="sm" type="none"/>
            <a:tailEnd len="med" w="med" type="triangle"/>
          </a:ln>
        </p:spPr>
      </p:cxnSp>
      <p:cxnSp>
        <p:nvCxnSpPr>
          <p:cNvPr id="443" name="Google Shape;443;p17"/>
          <p:cNvCxnSpPr/>
          <p:nvPr/>
        </p:nvCxnSpPr>
        <p:spPr>
          <a:xfrm rot="10800000">
            <a:off x="1676160" y="3962160"/>
            <a:ext cx="6096240" cy="2210040"/>
          </a:xfrm>
          <a:prstGeom prst="straightConnector1">
            <a:avLst/>
          </a:prstGeom>
          <a:noFill/>
          <a:ln cap="flat" cmpd="sng" w="38150">
            <a:solidFill>
              <a:srgbClr val="0000FF"/>
            </a:solidFill>
            <a:prstDash val="solid"/>
            <a:round/>
            <a:headEnd len="sm" w="sm" type="none"/>
            <a:tailEnd len="med" w="med" type="triangle"/>
          </a:ln>
        </p:spPr>
      </p:cxnSp>
      <p:pic>
        <p:nvPicPr>
          <p:cNvPr id="444" name="Google Shape;444;p17"/>
          <p:cNvPicPr preferRelativeResize="0"/>
          <p:nvPr/>
        </p:nvPicPr>
        <p:blipFill rotWithShape="1">
          <a:blip r:embed="rId3">
            <a:alphaModFix/>
          </a:blip>
          <a:srcRect b="0" l="0" r="0" t="0"/>
          <a:stretch/>
        </p:blipFill>
        <p:spPr>
          <a:xfrm>
            <a:off x="5181840" y="5313240"/>
            <a:ext cx="533160" cy="914040"/>
          </a:xfrm>
          <a:prstGeom prst="rect">
            <a:avLst/>
          </a:prstGeom>
          <a:noFill/>
          <a:ln>
            <a:noFill/>
          </a:ln>
        </p:spPr>
      </p:pic>
      <p:sp>
        <p:nvSpPr>
          <p:cNvPr id="445" name="Google Shape;445;p17"/>
          <p:cNvSpPr/>
          <p:nvPr/>
        </p:nvSpPr>
        <p:spPr>
          <a:xfrm>
            <a:off x="4876920" y="5334120"/>
            <a:ext cx="228240" cy="837720"/>
          </a:xfrm>
          <a:prstGeom prst="leftBrace">
            <a:avLst>
              <a:gd fmla="val 30556" name="adj1"/>
              <a:gd fmla="val 50000" name="adj2"/>
            </a:avLst>
          </a:prstGeom>
          <a:noFill/>
          <a:ln cap="flat" cmpd="sng" w="38150">
            <a:solidFill>
              <a:srgbClr val="FFFF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7"/>
          <p:cNvSpPr/>
          <p:nvPr/>
        </p:nvSpPr>
        <p:spPr>
          <a:xfrm>
            <a:off x="2854440" y="5410440"/>
            <a:ext cx="1907640" cy="70056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i="1" lang="en-US" sz="2000">
                <a:solidFill>
                  <a:srgbClr val="FFFF00"/>
                </a:solidFill>
                <a:latin typeface="Arial"/>
                <a:ea typeface="Arial"/>
                <a:cs typeface="Arial"/>
                <a:sym typeface="Arial"/>
              </a:rPr>
              <a:t>How tall should</a:t>
            </a:r>
            <a:br>
              <a:rPr i="1" lang="en-US" sz="2000">
                <a:solidFill>
                  <a:srgbClr val="FFFF00"/>
                </a:solidFill>
                <a:latin typeface="Arial"/>
                <a:ea typeface="Arial"/>
                <a:cs typeface="Arial"/>
                <a:sym typeface="Arial"/>
              </a:rPr>
            </a:br>
            <a:r>
              <a:rPr i="1" lang="en-US" sz="2000">
                <a:solidFill>
                  <a:srgbClr val="FFFF00"/>
                </a:solidFill>
                <a:latin typeface="Arial"/>
                <a:ea typeface="Arial"/>
                <a:cs typeface="Arial"/>
                <a:sym typeface="Arial"/>
              </a:rPr>
              <a:t>this bunny be?</a:t>
            </a:r>
            <a:endParaRPr sz="1800">
              <a:solidFill>
                <a:schemeClr val="dk1"/>
              </a:solidFill>
              <a:latin typeface="Arial"/>
              <a:ea typeface="Arial"/>
              <a:cs typeface="Arial"/>
              <a:sym typeface="Arial"/>
            </a:endParaRPr>
          </a:p>
        </p:txBody>
      </p:sp>
      <p:sp>
        <p:nvSpPr>
          <p:cNvPr id="447" name="Google Shape;447;p17"/>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g3d41a1cf864_0_43"/>
          <p:cNvSpPr txBox="1"/>
          <p:nvPr/>
        </p:nvSpPr>
        <p:spPr>
          <a:xfrm>
            <a:off x="774000" y="228600"/>
            <a:ext cx="73926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Perspective Projection</a:t>
            </a:r>
            <a:endParaRPr sz="1800">
              <a:solidFill>
                <a:schemeClr val="dk1"/>
              </a:solidFill>
              <a:latin typeface="Arial"/>
              <a:ea typeface="Arial"/>
              <a:cs typeface="Arial"/>
              <a:sym typeface="Arial"/>
            </a:endParaRPr>
          </a:p>
        </p:txBody>
      </p:sp>
      <p:sp>
        <p:nvSpPr>
          <p:cNvPr id="453" name="Google Shape;453;g3d41a1cf864_0_43"/>
          <p:cNvSpPr/>
          <p:nvPr/>
        </p:nvSpPr>
        <p:spPr>
          <a:xfrm>
            <a:off x="2167920" y="5684400"/>
            <a:ext cx="324300" cy="365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i="1" lang="en-US" sz="1800">
                <a:solidFill>
                  <a:srgbClr val="000000"/>
                </a:solidFill>
                <a:latin typeface="Calibri"/>
                <a:ea typeface="Calibri"/>
                <a:cs typeface="Calibri"/>
                <a:sym typeface="Calibri"/>
              </a:rPr>
              <a:t>d</a:t>
            </a:r>
            <a:endParaRPr sz="1800">
              <a:solidFill>
                <a:schemeClr val="dk1"/>
              </a:solidFill>
              <a:latin typeface="Arial"/>
              <a:ea typeface="Arial"/>
              <a:cs typeface="Arial"/>
              <a:sym typeface="Arial"/>
            </a:endParaRPr>
          </a:p>
        </p:txBody>
      </p:sp>
      <p:cxnSp>
        <p:nvCxnSpPr>
          <p:cNvPr id="454" name="Google Shape;454;g3d41a1cf864_0_43"/>
          <p:cNvCxnSpPr/>
          <p:nvPr/>
        </p:nvCxnSpPr>
        <p:spPr>
          <a:xfrm>
            <a:off x="7391520" y="3352680"/>
            <a:ext cx="0" cy="1828800"/>
          </a:xfrm>
          <a:prstGeom prst="straightConnector1">
            <a:avLst/>
          </a:prstGeom>
          <a:noFill/>
          <a:ln cap="rnd" cmpd="sng" w="38150">
            <a:solidFill>
              <a:srgbClr val="000000"/>
            </a:solidFill>
            <a:prstDash val="dashDot"/>
            <a:round/>
            <a:headEnd len="sm" w="sm" type="none"/>
            <a:tailEnd len="sm" w="sm" type="none"/>
          </a:ln>
        </p:spPr>
      </p:cxnSp>
      <p:cxnSp>
        <p:nvCxnSpPr>
          <p:cNvPr id="455" name="Google Shape;455;g3d41a1cf864_0_43"/>
          <p:cNvCxnSpPr/>
          <p:nvPr/>
        </p:nvCxnSpPr>
        <p:spPr>
          <a:xfrm>
            <a:off x="914760" y="5181480"/>
            <a:ext cx="7086600" cy="0"/>
          </a:xfrm>
          <a:prstGeom prst="straightConnector1">
            <a:avLst/>
          </a:prstGeom>
          <a:noFill/>
          <a:ln cap="flat" cmpd="sng" w="38150">
            <a:solidFill>
              <a:srgbClr val="5F5F5F"/>
            </a:solidFill>
            <a:prstDash val="solid"/>
            <a:round/>
            <a:headEnd len="sm" w="sm" type="none"/>
            <a:tailEnd len="med" w="med" type="triangle"/>
          </a:ln>
        </p:spPr>
      </p:cxnSp>
      <p:sp>
        <p:nvSpPr>
          <p:cNvPr id="456" name="Google Shape;456;g3d41a1cf864_0_43"/>
          <p:cNvSpPr/>
          <p:nvPr/>
        </p:nvSpPr>
        <p:spPr>
          <a:xfrm>
            <a:off x="7315560" y="3276720"/>
            <a:ext cx="151800" cy="151800"/>
          </a:xfrm>
          <a:prstGeom prst="ellipse">
            <a:avLst/>
          </a:prstGeom>
          <a:solidFill>
            <a:srgbClr val="1F497D"/>
          </a:solidFill>
          <a:ln cap="flat" cmpd="sng" w="381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g3d41a1cf864_0_43"/>
          <p:cNvSpPr/>
          <p:nvPr/>
        </p:nvSpPr>
        <p:spPr>
          <a:xfrm>
            <a:off x="7104600" y="2942280"/>
            <a:ext cx="1272600" cy="365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i="1" lang="en-US" sz="1800">
                <a:solidFill>
                  <a:srgbClr val="1F497D"/>
                </a:solidFill>
                <a:latin typeface="Calibri"/>
                <a:ea typeface="Calibri"/>
                <a:cs typeface="Calibri"/>
                <a:sym typeface="Calibri"/>
              </a:rPr>
              <a:t>P </a:t>
            </a:r>
            <a:r>
              <a:rPr lang="en-US" sz="1800">
                <a:solidFill>
                  <a:srgbClr val="1F497D"/>
                </a:solidFill>
                <a:latin typeface="Calibri"/>
                <a:ea typeface="Calibri"/>
                <a:cs typeface="Calibri"/>
                <a:sym typeface="Calibri"/>
              </a:rPr>
              <a:t>(</a:t>
            </a:r>
            <a:r>
              <a:rPr i="1" lang="en-US" sz="1800">
                <a:solidFill>
                  <a:srgbClr val="1F497D"/>
                </a:solidFill>
                <a:latin typeface="Calibri"/>
                <a:ea typeface="Calibri"/>
                <a:cs typeface="Calibri"/>
                <a:sym typeface="Calibri"/>
              </a:rPr>
              <a:t>x, y, z</a:t>
            </a:r>
            <a:r>
              <a:rPr lang="en-US" sz="1800">
                <a:solidFill>
                  <a:srgbClr val="1F497D"/>
                </a:solidFill>
                <a:latin typeface="Calibri"/>
                <a:ea typeface="Calibri"/>
                <a:cs typeface="Calibri"/>
                <a:sym typeface="Calibri"/>
              </a:rPr>
              <a:t>)</a:t>
            </a:r>
            <a:endParaRPr sz="1800">
              <a:solidFill>
                <a:schemeClr val="dk1"/>
              </a:solidFill>
              <a:latin typeface="Arial"/>
              <a:ea typeface="Arial"/>
              <a:cs typeface="Arial"/>
              <a:sym typeface="Arial"/>
            </a:endParaRPr>
          </a:p>
        </p:txBody>
      </p:sp>
      <p:cxnSp>
        <p:nvCxnSpPr>
          <p:cNvPr id="458" name="Google Shape;458;g3d41a1cf864_0_43"/>
          <p:cNvCxnSpPr/>
          <p:nvPr/>
        </p:nvCxnSpPr>
        <p:spPr>
          <a:xfrm rot="10800000">
            <a:off x="1219680" y="3276300"/>
            <a:ext cx="0" cy="2210100"/>
          </a:xfrm>
          <a:prstGeom prst="straightConnector1">
            <a:avLst/>
          </a:prstGeom>
          <a:noFill/>
          <a:ln cap="flat" cmpd="sng" w="38150">
            <a:solidFill>
              <a:srgbClr val="5F5F5F"/>
            </a:solidFill>
            <a:prstDash val="solid"/>
            <a:round/>
            <a:headEnd len="sm" w="sm" type="none"/>
            <a:tailEnd len="med" w="med" type="triangle"/>
          </a:ln>
        </p:spPr>
      </p:cxnSp>
      <p:sp>
        <p:nvSpPr>
          <p:cNvPr id="459" name="Google Shape;459;g3d41a1cf864_0_43"/>
          <p:cNvSpPr/>
          <p:nvPr/>
        </p:nvSpPr>
        <p:spPr>
          <a:xfrm>
            <a:off x="995400" y="2942280"/>
            <a:ext cx="356400" cy="365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a:solidFill>
                  <a:srgbClr val="000000"/>
                </a:solidFill>
                <a:latin typeface="Calibri"/>
                <a:ea typeface="Calibri"/>
                <a:cs typeface="Calibri"/>
                <a:sym typeface="Calibri"/>
              </a:rPr>
              <a:t>X</a:t>
            </a:r>
            <a:endParaRPr sz="1800">
              <a:solidFill>
                <a:schemeClr val="dk1"/>
              </a:solidFill>
              <a:latin typeface="Arial"/>
              <a:ea typeface="Arial"/>
              <a:cs typeface="Arial"/>
              <a:sym typeface="Arial"/>
            </a:endParaRPr>
          </a:p>
        </p:txBody>
      </p:sp>
      <p:sp>
        <p:nvSpPr>
          <p:cNvPr id="460" name="Google Shape;460;g3d41a1cf864_0_43"/>
          <p:cNvSpPr/>
          <p:nvPr/>
        </p:nvSpPr>
        <p:spPr>
          <a:xfrm>
            <a:off x="7934760" y="4999680"/>
            <a:ext cx="345600" cy="365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800">
                <a:solidFill>
                  <a:srgbClr val="000000"/>
                </a:solidFill>
                <a:latin typeface="Calibri"/>
                <a:ea typeface="Calibri"/>
                <a:cs typeface="Calibri"/>
                <a:sym typeface="Calibri"/>
              </a:rPr>
              <a:t>Z</a:t>
            </a:r>
            <a:endParaRPr sz="1800">
              <a:solidFill>
                <a:schemeClr val="dk1"/>
              </a:solidFill>
              <a:latin typeface="Arial"/>
              <a:ea typeface="Arial"/>
              <a:cs typeface="Arial"/>
              <a:sym typeface="Arial"/>
            </a:endParaRPr>
          </a:p>
        </p:txBody>
      </p:sp>
      <p:cxnSp>
        <p:nvCxnSpPr>
          <p:cNvPr id="461" name="Google Shape;461;g3d41a1cf864_0_43"/>
          <p:cNvCxnSpPr/>
          <p:nvPr/>
        </p:nvCxnSpPr>
        <p:spPr>
          <a:xfrm>
            <a:off x="3277080" y="3352680"/>
            <a:ext cx="0" cy="2667000"/>
          </a:xfrm>
          <a:prstGeom prst="straightConnector1">
            <a:avLst/>
          </a:prstGeom>
          <a:noFill/>
          <a:ln cap="flat" cmpd="sng" w="38150">
            <a:solidFill>
              <a:srgbClr val="FFFF00"/>
            </a:solidFill>
            <a:prstDash val="solid"/>
            <a:round/>
            <a:headEnd len="sm" w="sm" type="none"/>
            <a:tailEnd len="sm" w="sm" type="none"/>
          </a:ln>
        </p:spPr>
      </p:cxnSp>
      <p:sp>
        <p:nvSpPr>
          <p:cNvPr id="462" name="Google Shape;462;g3d41a1cf864_0_43"/>
          <p:cNvSpPr/>
          <p:nvPr/>
        </p:nvSpPr>
        <p:spPr>
          <a:xfrm>
            <a:off x="2863080" y="2773080"/>
            <a:ext cx="813600" cy="5775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b="1" lang="en-US" sz="1600">
                <a:solidFill>
                  <a:srgbClr val="FFFF00"/>
                </a:solidFill>
                <a:latin typeface="Calibri"/>
                <a:ea typeface="Calibri"/>
                <a:cs typeface="Calibri"/>
                <a:sym typeface="Calibri"/>
              </a:rPr>
              <a:t>View</a:t>
            </a:r>
            <a:br>
              <a:rPr b="1" lang="en-US" sz="1600">
                <a:solidFill>
                  <a:srgbClr val="FFFF00"/>
                </a:solidFill>
                <a:latin typeface="Calibri"/>
                <a:ea typeface="Calibri"/>
                <a:cs typeface="Calibri"/>
                <a:sym typeface="Calibri"/>
              </a:rPr>
            </a:br>
            <a:r>
              <a:rPr b="1" lang="en-US" sz="1600">
                <a:solidFill>
                  <a:srgbClr val="FFFF00"/>
                </a:solidFill>
                <a:latin typeface="Calibri"/>
                <a:ea typeface="Calibri"/>
                <a:cs typeface="Calibri"/>
                <a:sym typeface="Calibri"/>
              </a:rPr>
              <a:t>plane</a:t>
            </a:r>
            <a:endParaRPr sz="1800">
              <a:solidFill>
                <a:schemeClr val="dk1"/>
              </a:solidFill>
              <a:latin typeface="Arial"/>
              <a:ea typeface="Arial"/>
              <a:cs typeface="Arial"/>
              <a:sym typeface="Arial"/>
            </a:endParaRPr>
          </a:p>
        </p:txBody>
      </p:sp>
      <p:cxnSp>
        <p:nvCxnSpPr>
          <p:cNvPr id="463" name="Google Shape;463;g3d41a1cf864_0_43"/>
          <p:cNvCxnSpPr/>
          <p:nvPr/>
        </p:nvCxnSpPr>
        <p:spPr>
          <a:xfrm flipH="1" rot="10800000">
            <a:off x="1219680" y="3352680"/>
            <a:ext cx="6171900" cy="1828800"/>
          </a:xfrm>
          <a:prstGeom prst="straightConnector1">
            <a:avLst/>
          </a:prstGeom>
          <a:noFill/>
          <a:ln cap="flat" cmpd="sng" w="38150">
            <a:solidFill>
              <a:srgbClr val="1F497D"/>
            </a:solidFill>
            <a:prstDash val="solid"/>
            <a:round/>
            <a:headEnd len="sm" w="sm" type="none"/>
            <a:tailEnd len="sm" w="sm" type="none"/>
          </a:ln>
        </p:spPr>
      </p:cxnSp>
      <p:sp>
        <p:nvSpPr>
          <p:cNvPr id="464" name="Google Shape;464;g3d41a1cf864_0_43"/>
          <p:cNvSpPr/>
          <p:nvPr/>
        </p:nvSpPr>
        <p:spPr>
          <a:xfrm>
            <a:off x="3201120" y="4495680"/>
            <a:ext cx="151800" cy="151800"/>
          </a:xfrm>
          <a:prstGeom prst="ellipse">
            <a:avLst/>
          </a:prstGeom>
          <a:solidFill>
            <a:srgbClr val="1F497D"/>
          </a:solidFill>
          <a:ln cap="flat" cmpd="sng" w="38150">
            <a:solidFill>
              <a:srgbClr val="1F497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g3d41a1cf864_0_43"/>
          <p:cNvSpPr/>
          <p:nvPr/>
        </p:nvSpPr>
        <p:spPr>
          <a:xfrm>
            <a:off x="3201120" y="5105520"/>
            <a:ext cx="151800" cy="151800"/>
          </a:xfrm>
          <a:prstGeom prst="ellipse">
            <a:avLst/>
          </a:prstGeom>
          <a:solidFill>
            <a:srgbClr val="5F5F5F"/>
          </a:solidFill>
          <a:ln cap="flat" cmpd="sng" w="38150">
            <a:solidFill>
              <a:srgbClr val="5F5F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g3d41a1cf864_0_43"/>
          <p:cNvSpPr/>
          <p:nvPr/>
        </p:nvSpPr>
        <p:spPr>
          <a:xfrm rot="-5400000">
            <a:off x="2134440" y="4648620"/>
            <a:ext cx="228300" cy="2057100"/>
          </a:xfrm>
          <a:prstGeom prst="leftBrace">
            <a:avLst>
              <a:gd fmla="val 75000" name="adj1"/>
              <a:gd fmla="val 50000" name="adj2"/>
            </a:avLst>
          </a:prstGeom>
          <a:noFill/>
          <a:ln cap="flat" cmpd="sng" w="381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g3d41a1cf864_0_43"/>
          <p:cNvSpPr/>
          <p:nvPr/>
        </p:nvSpPr>
        <p:spPr>
          <a:xfrm>
            <a:off x="148680" y="4771080"/>
            <a:ext cx="939900" cy="365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(0,0,0)</a:t>
            </a:r>
            <a:endParaRPr sz="1800">
              <a:solidFill>
                <a:schemeClr val="dk1"/>
              </a:solidFill>
              <a:latin typeface="Arial"/>
              <a:ea typeface="Arial"/>
              <a:cs typeface="Arial"/>
              <a:sym typeface="Arial"/>
            </a:endParaRPr>
          </a:p>
        </p:txBody>
      </p:sp>
      <p:sp>
        <p:nvSpPr>
          <p:cNvPr id="468" name="Google Shape;468;g3d41a1cf864_0_43"/>
          <p:cNvSpPr/>
          <p:nvPr/>
        </p:nvSpPr>
        <p:spPr>
          <a:xfrm>
            <a:off x="1143720" y="5105520"/>
            <a:ext cx="151800" cy="151800"/>
          </a:xfrm>
          <a:prstGeom prst="ellipse">
            <a:avLst/>
          </a:prstGeom>
          <a:solidFill>
            <a:srgbClr val="5F5F5F"/>
          </a:solidFill>
          <a:ln cap="flat" cmpd="sng" w="38150">
            <a:solidFill>
              <a:srgbClr val="5F5F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g3d41a1cf864_0_43"/>
          <p:cNvSpPr/>
          <p:nvPr/>
        </p:nvSpPr>
        <p:spPr>
          <a:xfrm>
            <a:off x="3505680" y="4572000"/>
            <a:ext cx="151800" cy="609000"/>
          </a:xfrm>
          <a:prstGeom prst="rightBrace">
            <a:avLst>
              <a:gd fmla="val 33333" name="adj1"/>
              <a:gd fmla="val 50000" name="adj2"/>
            </a:avLst>
          </a:prstGeom>
          <a:noFill/>
          <a:ln cap="flat" cmpd="sng" w="381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g3d41a1cf864_0_43"/>
          <p:cNvSpPr/>
          <p:nvPr/>
        </p:nvSpPr>
        <p:spPr>
          <a:xfrm>
            <a:off x="3589200" y="4694760"/>
            <a:ext cx="848400" cy="365100"/>
          </a:xfrm>
          <a:prstGeom prst="rect">
            <a:avLst/>
          </a:prstGeom>
          <a:noFill/>
          <a:ln>
            <a:noFill/>
          </a:ln>
        </p:spPr>
        <p:txBody>
          <a:bodyPr anchorCtr="0" anchor="ctr" bIns="45000" lIns="90000" spcFirstLastPara="1" rIns="90000" wrap="square" tIns="45000">
            <a:noAutofit/>
          </a:bodyPr>
          <a:lstStyle/>
          <a:p>
            <a:pPr indent="0" lvl="0" marL="0" marR="0" rtl="0" algn="l">
              <a:lnSpc>
                <a:spcPct val="100000"/>
              </a:lnSpc>
              <a:spcBef>
                <a:spcPts val="0"/>
              </a:spcBef>
              <a:spcAft>
                <a:spcPts val="0"/>
              </a:spcAft>
              <a:buNone/>
            </a:pPr>
            <a:r>
              <a:rPr lang="en-US" sz="1800">
                <a:solidFill>
                  <a:srgbClr val="000000"/>
                </a:solidFill>
                <a:latin typeface="Calibri"/>
                <a:ea typeface="Calibri"/>
                <a:cs typeface="Calibri"/>
                <a:sym typeface="Calibri"/>
              </a:rPr>
              <a:t>x’ = ?</a:t>
            </a:r>
            <a:endParaRPr sz="1800">
              <a:solidFill>
                <a:schemeClr val="dk1"/>
              </a:solidFill>
              <a:latin typeface="Arial"/>
              <a:ea typeface="Arial"/>
              <a:cs typeface="Arial"/>
              <a:sym typeface="Arial"/>
            </a:endParaRPr>
          </a:p>
        </p:txBody>
      </p:sp>
      <p:sp>
        <p:nvSpPr>
          <p:cNvPr id="471" name="Google Shape;471;g3d41a1cf864_0_43"/>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19"/>
          <p:cNvPicPr preferRelativeResize="0"/>
          <p:nvPr/>
        </p:nvPicPr>
        <p:blipFill rotWithShape="1">
          <a:blip r:embed="rId3">
            <a:alphaModFix/>
          </a:blip>
          <a:srcRect b="0" l="0" r="0" t="0"/>
          <a:stretch/>
        </p:blipFill>
        <p:spPr>
          <a:xfrm>
            <a:off x="6705720" y="4952880"/>
            <a:ext cx="1987920" cy="1663200"/>
          </a:xfrm>
          <a:prstGeom prst="rect">
            <a:avLst/>
          </a:prstGeom>
          <a:noFill/>
          <a:ln>
            <a:noFill/>
          </a:ln>
        </p:spPr>
      </p:pic>
      <p:pic>
        <p:nvPicPr>
          <p:cNvPr id="477" name="Google Shape;477;p19"/>
          <p:cNvPicPr preferRelativeResize="0"/>
          <p:nvPr/>
        </p:nvPicPr>
        <p:blipFill rotWithShape="1">
          <a:blip r:embed="rId4">
            <a:alphaModFix/>
          </a:blip>
          <a:srcRect b="0" l="0" r="0" t="0"/>
          <a:stretch/>
        </p:blipFill>
        <p:spPr>
          <a:xfrm>
            <a:off x="6324480" y="2514600"/>
            <a:ext cx="2471760" cy="2130120"/>
          </a:xfrm>
          <a:prstGeom prst="rect">
            <a:avLst/>
          </a:prstGeom>
          <a:noFill/>
          <a:ln>
            <a:noFill/>
          </a:ln>
        </p:spPr>
      </p:pic>
      <p:sp>
        <p:nvSpPr>
          <p:cNvPr id="478" name="Google Shape;478;p19"/>
          <p:cNvSpPr txBox="1"/>
          <p:nvPr/>
        </p:nvSpPr>
        <p:spPr>
          <a:xfrm>
            <a:off x="838080" y="228600"/>
            <a:ext cx="7392600" cy="114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4400">
                <a:solidFill>
                  <a:srgbClr val="7030A0"/>
                </a:solidFill>
                <a:latin typeface="Times New Roman"/>
                <a:ea typeface="Times New Roman"/>
                <a:cs typeface="Times New Roman"/>
                <a:sym typeface="Times New Roman"/>
              </a:rPr>
              <a:t>Perspective vs. Parallel</a:t>
            </a:r>
            <a:endParaRPr sz="1800">
              <a:solidFill>
                <a:schemeClr val="dk1"/>
              </a:solidFill>
              <a:latin typeface="Arial"/>
              <a:ea typeface="Arial"/>
              <a:cs typeface="Arial"/>
              <a:sym typeface="Arial"/>
            </a:endParaRPr>
          </a:p>
        </p:txBody>
      </p:sp>
      <p:sp>
        <p:nvSpPr>
          <p:cNvPr id="479" name="Google Shape;479;p19"/>
          <p:cNvSpPr txBox="1"/>
          <p:nvPr/>
        </p:nvSpPr>
        <p:spPr>
          <a:xfrm>
            <a:off x="228600" y="1676520"/>
            <a:ext cx="8339400" cy="4525560"/>
          </a:xfrm>
          <a:prstGeom prst="rect">
            <a:avLst/>
          </a:prstGeom>
          <a:noFill/>
          <a:ln>
            <a:noFill/>
          </a:ln>
        </p:spPr>
        <p:txBody>
          <a:bodyPr anchorCtr="0" anchor="t" bIns="45700" lIns="91425" spcFirstLastPara="1" rIns="91425" wrap="square" tIns="45700">
            <a:noAutofit/>
          </a:bodyPr>
          <a:lstStyle/>
          <a:p>
            <a:pPr indent="-165100" lvl="0" marL="0" marR="0" rtl="0" algn="l">
              <a:lnSpc>
                <a:spcPct val="90000"/>
              </a:lnSpc>
              <a:spcBef>
                <a:spcPts val="0"/>
              </a:spcBef>
              <a:spcAft>
                <a:spcPts val="0"/>
              </a:spcAft>
              <a:buClr>
                <a:srgbClr val="000000"/>
              </a:buClr>
              <a:buSzPts val="2600"/>
              <a:buFont typeface="Noto Sans Symbols"/>
              <a:buChar char="⮚"/>
            </a:pPr>
            <a:r>
              <a:rPr b="1" lang="en-US" sz="2600">
                <a:solidFill>
                  <a:srgbClr val="000000"/>
                </a:solidFill>
                <a:latin typeface="Times New Roman"/>
                <a:ea typeface="Times New Roman"/>
                <a:cs typeface="Times New Roman"/>
                <a:sym typeface="Times New Roman"/>
              </a:rPr>
              <a:t>Perspective projection</a:t>
            </a:r>
            <a:endParaRPr sz="1800">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Size varies inversely with distance - looks realistic</a:t>
            </a:r>
            <a:endParaRPr b="0" i="0" sz="1800" u="none" cap="none" strike="noStrike">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Distance and angles are not (in general) preserved</a:t>
            </a:r>
            <a:endParaRPr b="0" i="0" sz="1800" u="none" cap="none" strike="noStrike">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Parallel lines do not (in general) remain parallel</a:t>
            </a:r>
            <a:endParaRPr b="0" i="0" sz="18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None/>
            </a:pPr>
            <a:r>
              <a:t/>
            </a:r>
            <a:endParaRPr sz="1800">
              <a:solidFill>
                <a:schemeClr val="dk1"/>
              </a:solidFill>
              <a:latin typeface="Arial"/>
              <a:ea typeface="Arial"/>
              <a:cs typeface="Arial"/>
              <a:sym typeface="Arial"/>
            </a:endParaRPr>
          </a:p>
          <a:p>
            <a:pPr indent="-165100" lvl="0" marL="0" marR="0" rtl="0" algn="l">
              <a:lnSpc>
                <a:spcPct val="90000"/>
              </a:lnSpc>
              <a:spcBef>
                <a:spcPts val="0"/>
              </a:spcBef>
              <a:spcAft>
                <a:spcPts val="0"/>
              </a:spcAft>
              <a:buClr>
                <a:srgbClr val="000000"/>
              </a:buClr>
              <a:buSzPts val="2600"/>
              <a:buFont typeface="Noto Sans Symbols"/>
              <a:buChar char="⮚"/>
            </a:pPr>
            <a:r>
              <a:rPr b="1" lang="en-US" sz="2600">
                <a:solidFill>
                  <a:srgbClr val="000000"/>
                </a:solidFill>
                <a:latin typeface="Times New Roman"/>
                <a:ea typeface="Times New Roman"/>
                <a:cs typeface="Times New Roman"/>
                <a:sym typeface="Times New Roman"/>
              </a:rPr>
              <a:t>Parallel projection</a:t>
            </a:r>
            <a:endParaRPr sz="1800">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Good for exact measurements</a:t>
            </a:r>
            <a:endParaRPr b="0" i="0" sz="1800" u="none" cap="none" strike="noStrike">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Parallel lines remain parallel</a:t>
            </a:r>
            <a:endParaRPr b="0" i="0" sz="1800" u="none" cap="none" strike="noStrike">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Angles are not (in general) preserved</a:t>
            </a:r>
            <a:endParaRPr b="0" i="0" sz="1800" u="none" cap="none" strike="noStrike">
              <a:solidFill>
                <a:schemeClr val="dk1"/>
              </a:solidFill>
              <a:latin typeface="Arial"/>
              <a:ea typeface="Arial"/>
              <a:cs typeface="Arial"/>
              <a:sym typeface="Arial"/>
            </a:endParaRPr>
          </a:p>
          <a:p>
            <a:pPr indent="-165100" lvl="1" marL="457200" marR="0" rtl="0" algn="l">
              <a:lnSpc>
                <a:spcPct val="90000"/>
              </a:lnSpc>
              <a:spcBef>
                <a:spcPts val="0"/>
              </a:spcBef>
              <a:spcAft>
                <a:spcPts val="0"/>
              </a:spcAft>
              <a:buClr>
                <a:srgbClr val="000000"/>
              </a:buClr>
              <a:buSzPts val="2600"/>
              <a:buFont typeface="Noto Sans Symbols"/>
              <a:buChar char="❖"/>
            </a:pPr>
            <a:r>
              <a:rPr b="0" i="0" lang="en-US" sz="2600" u="none" cap="none" strike="noStrike">
                <a:solidFill>
                  <a:srgbClr val="000000"/>
                </a:solidFill>
                <a:latin typeface="Times New Roman"/>
                <a:ea typeface="Times New Roman"/>
                <a:cs typeface="Times New Roman"/>
                <a:sym typeface="Times New Roman"/>
              </a:rPr>
              <a:t>Less realistic looking </a:t>
            </a:r>
            <a:endParaRPr b="0" i="0" sz="18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0" name="Google Shape;480;p19"/>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20"/>
          <p:cNvSpPr txBox="1"/>
          <p:nvPr/>
        </p:nvSpPr>
        <p:spPr>
          <a:xfrm>
            <a:off x="426600" y="152280"/>
            <a:ext cx="8229240" cy="114264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486" name="Google Shape;486;p20"/>
          <p:cNvSpPr/>
          <p:nvPr/>
        </p:nvSpPr>
        <p:spPr>
          <a:xfrm>
            <a:off x="780300" y="1722600"/>
            <a:ext cx="8000700" cy="45255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2400">
                <a:solidFill>
                  <a:srgbClr val="666666"/>
                </a:solidFill>
              </a:rPr>
              <a:t>Vanishing point can be defined as a point in image plane where all parallel lines are interlinked. The Vanishing point is also called </a:t>
            </a:r>
            <a:r>
              <a:rPr b="1" lang="en-US" sz="2400">
                <a:solidFill>
                  <a:srgbClr val="666666"/>
                </a:solidFill>
              </a:rPr>
              <a:t>“Directing Point.”</a:t>
            </a:r>
            <a:endParaRPr b="1"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487" name="Google Shape;487;p20"/>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488" name="Google Shape;488;p20"/>
          <p:cNvPicPr preferRelativeResize="0"/>
          <p:nvPr/>
        </p:nvPicPr>
        <p:blipFill>
          <a:blip r:embed="rId3">
            <a:alphaModFix/>
          </a:blip>
          <a:stretch>
            <a:fillRect/>
          </a:stretch>
        </p:blipFill>
        <p:spPr>
          <a:xfrm>
            <a:off x="1829301" y="3033876"/>
            <a:ext cx="5902675" cy="3498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2"/>
          <p:cNvSpPr txBox="1"/>
          <p:nvPr/>
        </p:nvSpPr>
        <p:spPr>
          <a:xfrm>
            <a:off x="533520" y="2057400"/>
            <a:ext cx="7772040" cy="146952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1200"/>
              </a:spcBef>
              <a:spcAft>
                <a:spcPts val="0"/>
              </a:spcAft>
              <a:buSzPts val="1100"/>
              <a:buNone/>
            </a:pPr>
            <a:r>
              <a:rPr b="1" lang="en-US" sz="2200">
                <a:solidFill>
                  <a:srgbClr val="666666"/>
                </a:solidFill>
                <a:highlight>
                  <a:srgbClr val="FFFFFF"/>
                </a:highlight>
              </a:rPr>
              <a:t>Use of Vanishing Point:</a:t>
            </a:r>
            <a:endParaRPr b="1" sz="2200">
              <a:solidFill>
                <a:srgbClr val="666666"/>
              </a:solidFill>
              <a:highlight>
                <a:srgbClr val="FFFFFF"/>
              </a:highlight>
            </a:endParaRPr>
          </a:p>
          <a:p>
            <a:pPr indent="0" lvl="0" marL="0" rtl="0" algn="l">
              <a:lnSpc>
                <a:spcPct val="169000"/>
              </a:lnSpc>
              <a:spcBef>
                <a:spcPts val="1200"/>
              </a:spcBef>
              <a:spcAft>
                <a:spcPts val="0"/>
              </a:spcAft>
              <a:buNone/>
            </a:pPr>
            <a:r>
              <a:rPr lang="en-US" sz="2200">
                <a:solidFill>
                  <a:srgbClr val="666666"/>
                </a:solidFill>
                <a:highlight>
                  <a:srgbClr val="FFFFFF"/>
                </a:highlight>
              </a:rPr>
              <a:t>● 	It is used in 3D games and graphics editing.</a:t>
            </a:r>
            <a:br>
              <a:rPr lang="en-US" sz="2200">
                <a:solidFill>
                  <a:srgbClr val="666666"/>
                </a:solidFill>
                <a:highlight>
                  <a:srgbClr val="FFFFFF"/>
                </a:highlight>
              </a:rPr>
            </a:br>
            <a:r>
              <a:rPr lang="en-US" sz="2200">
                <a:solidFill>
                  <a:srgbClr val="666666"/>
                </a:solidFill>
              </a:rPr>
              <a:t>It is also used to represent 3D objects.</a:t>
            </a:r>
            <a:br>
              <a:rPr lang="en-US" sz="2200">
                <a:solidFill>
                  <a:srgbClr val="666666"/>
                </a:solidFill>
              </a:rPr>
            </a:br>
            <a:r>
              <a:rPr lang="en-US" sz="2200">
                <a:solidFill>
                  <a:srgbClr val="666666"/>
                </a:solidFill>
              </a:rPr>
              <a:t>We can also include perspective in the background of an image.</a:t>
            </a:r>
            <a:br>
              <a:rPr lang="en-US" sz="2200">
                <a:solidFill>
                  <a:srgbClr val="666666"/>
                </a:solidFill>
              </a:rPr>
            </a:br>
            <a:r>
              <a:rPr lang="en-US" sz="2200">
                <a:solidFill>
                  <a:srgbClr val="666666"/>
                </a:solidFill>
              </a:rPr>
              <a:t>We can also insert the shadow effect in an image.</a:t>
            </a:r>
            <a:endParaRPr sz="2200">
              <a:solidFill>
                <a:srgbClr val="666666"/>
              </a:solidFill>
            </a:endParaRPr>
          </a:p>
          <a:p>
            <a:pPr indent="0" lvl="0" marL="0" marR="0" rtl="0" algn="ctr">
              <a:lnSpc>
                <a:spcPct val="100000"/>
              </a:lnSpc>
              <a:spcBef>
                <a:spcPts val="1200"/>
              </a:spcBef>
              <a:spcAft>
                <a:spcPts val="0"/>
              </a:spcAft>
              <a:buNone/>
            </a:pPr>
            <a:r>
              <a:t/>
            </a:r>
            <a:endParaRPr b="1" sz="4400">
              <a:solidFill>
                <a:srgbClr val="7030A0"/>
              </a:solidFill>
              <a:latin typeface="Times New Roman"/>
              <a:ea typeface="Times New Roman"/>
              <a:cs typeface="Times New Roman"/>
              <a:sym typeface="Times New Roman"/>
            </a:endParaRPr>
          </a:p>
        </p:txBody>
      </p:sp>
      <p:sp>
        <p:nvSpPr>
          <p:cNvPr id="494" name="Google Shape;494;p22"/>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d41a1cf864_0_79"/>
          <p:cNvSpPr txBox="1"/>
          <p:nvPr/>
        </p:nvSpPr>
        <p:spPr>
          <a:xfrm>
            <a:off x="4266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500" name="Google Shape;500;g3d41a1cf864_0_79"/>
          <p:cNvSpPr/>
          <p:nvPr/>
        </p:nvSpPr>
        <p:spPr>
          <a:xfrm>
            <a:off x="702000" y="1444200"/>
            <a:ext cx="8079000" cy="4803900"/>
          </a:xfrm>
          <a:prstGeom prst="rect">
            <a:avLst/>
          </a:prstGeom>
          <a:noFill/>
          <a:ln>
            <a:noFill/>
          </a:ln>
        </p:spPr>
        <p:txBody>
          <a:bodyPr anchorCtr="0" anchor="t" bIns="45700" lIns="91425" spcFirstLastPara="1" rIns="91425" wrap="square" tIns="45700">
            <a:noAutofit/>
          </a:bodyPr>
          <a:lstStyle/>
          <a:p>
            <a:pPr indent="-381000" lvl="0" marL="457200" rtl="0" algn="l">
              <a:lnSpc>
                <a:spcPct val="169000"/>
              </a:lnSpc>
              <a:spcBef>
                <a:spcPts val="0"/>
              </a:spcBef>
              <a:spcAft>
                <a:spcPts val="0"/>
              </a:spcAft>
              <a:buSzPts val="2400"/>
              <a:buAutoNum type="arabicPeriod"/>
            </a:pPr>
            <a:r>
              <a:rPr b="1" lang="en-US" sz="2400">
                <a:solidFill>
                  <a:srgbClr val="666666"/>
                </a:solidFill>
                <a:highlight>
                  <a:srgbClr val="FFFFFF"/>
                </a:highlight>
              </a:rPr>
              <a:t>One Point: </a:t>
            </a:r>
            <a:r>
              <a:rPr lang="en-US" sz="2400">
                <a:solidFill>
                  <a:srgbClr val="666666"/>
                </a:solidFill>
                <a:highlight>
                  <a:srgbClr val="FFFFFF"/>
                </a:highlight>
              </a:rPr>
              <a:t>A One Point perspective contains only one</a:t>
            </a:r>
            <a:br>
              <a:rPr lang="en-US" sz="2400">
                <a:solidFill>
                  <a:srgbClr val="666666"/>
                </a:solidFill>
                <a:highlight>
                  <a:srgbClr val="FFFFFF"/>
                </a:highlight>
              </a:rPr>
            </a:br>
            <a:r>
              <a:rPr lang="en-US" sz="2400">
                <a:solidFill>
                  <a:srgbClr val="666666"/>
                </a:solidFill>
                <a:highlight>
                  <a:srgbClr val="FFFFFF"/>
                </a:highlight>
              </a:rPr>
              <a:t>vanishing point on the horizon line. It is easy to draw.</a:t>
            </a:r>
            <a:endParaRPr sz="2400">
              <a:solidFill>
                <a:srgbClr val="666666"/>
              </a:solidFill>
              <a:highlight>
                <a:srgbClr val="FFFFFF"/>
              </a:highlight>
            </a:endParaRPr>
          </a:p>
          <a:p>
            <a:pPr indent="0" lvl="0" marL="457200" rtl="0" algn="l">
              <a:lnSpc>
                <a:spcPct val="169000"/>
              </a:lnSpc>
              <a:spcBef>
                <a:spcPts val="1200"/>
              </a:spcBef>
              <a:spcAft>
                <a:spcPts val="0"/>
              </a:spcAft>
              <a:buNone/>
            </a:pPr>
            <a:r>
              <a:t/>
            </a:r>
            <a:endParaRPr sz="2400">
              <a:solidFill>
                <a:srgbClr val="666666"/>
              </a:solidFill>
              <a:highlight>
                <a:srgbClr val="FFFFFF"/>
              </a:highlight>
            </a:endParaRPr>
          </a:p>
          <a:p>
            <a:pPr indent="0" lvl="0" marL="457200" rtl="0" algn="l">
              <a:lnSpc>
                <a:spcPct val="169000"/>
              </a:lnSpc>
              <a:spcBef>
                <a:spcPts val="1200"/>
              </a:spcBef>
              <a:spcAft>
                <a:spcPts val="0"/>
              </a:spcAft>
              <a:buNone/>
            </a:pPr>
            <a:r>
              <a:t/>
            </a:r>
            <a:endParaRPr sz="2400">
              <a:solidFill>
                <a:srgbClr val="666666"/>
              </a:solidFill>
              <a:highlight>
                <a:srgbClr val="FFFFFF"/>
              </a:highlight>
            </a:endParaRPr>
          </a:p>
          <a:p>
            <a:pPr indent="0" lvl="0" marL="0" rtl="0" algn="l">
              <a:lnSpc>
                <a:spcPct val="115000"/>
              </a:lnSpc>
              <a:spcBef>
                <a:spcPts val="1200"/>
              </a:spcBef>
              <a:spcAft>
                <a:spcPts val="0"/>
              </a:spcAft>
              <a:buNone/>
            </a:pPr>
            <a:br>
              <a:rPr b="1" lang="en-US" sz="2400">
                <a:solidFill>
                  <a:srgbClr val="666666"/>
                </a:solidFill>
                <a:highlight>
                  <a:srgbClr val="FFFFFF"/>
                </a:highlight>
              </a:rPr>
            </a:br>
            <a:br>
              <a:rPr b="1" lang="en-US" sz="2400">
                <a:solidFill>
                  <a:srgbClr val="666666"/>
                </a:solidFill>
                <a:highlight>
                  <a:srgbClr val="FFFFFF"/>
                </a:highlight>
              </a:rPr>
            </a:br>
            <a:endParaRPr sz="2400">
              <a:solidFill>
                <a:srgbClr val="666666"/>
              </a:solidFill>
              <a:highlight>
                <a:srgbClr val="FFFFFF"/>
              </a:highlight>
            </a:endParaRPr>
          </a:p>
          <a:p>
            <a:pPr indent="0" lvl="0" marL="0" rtl="0" algn="l">
              <a:spcBef>
                <a:spcPts val="1200"/>
              </a:spcBef>
              <a:spcAft>
                <a:spcPts val="0"/>
              </a:spcAft>
              <a:buNone/>
            </a:pPr>
            <a:r>
              <a:t/>
            </a:r>
            <a:endParaRPr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501" name="Google Shape;501;g3d41a1cf864_0_79"/>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502" name="Google Shape;502;g3d41a1cf864_0_79"/>
          <p:cNvPicPr preferRelativeResize="0"/>
          <p:nvPr/>
        </p:nvPicPr>
        <p:blipFill>
          <a:blip r:embed="rId3">
            <a:alphaModFix/>
          </a:blip>
          <a:stretch>
            <a:fillRect/>
          </a:stretch>
        </p:blipFill>
        <p:spPr>
          <a:xfrm>
            <a:off x="2908000" y="2914500"/>
            <a:ext cx="4013250" cy="2796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g3d41a1cf864_0_89"/>
          <p:cNvSpPr txBox="1"/>
          <p:nvPr/>
        </p:nvSpPr>
        <p:spPr>
          <a:xfrm>
            <a:off x="4266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508" name="Google Shape;508;g3d41a1cf864_0_89"/>
          <p:cNvSpPr/>
          <p:nvPr/>
        </p:nvSpPr>
        <p:spPr>
          <a:xfrm>
            <a:off x="702000" y="1444200"/>
            <a:ext cx="8079000" cy="4803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400">
                <a:solidFill>
                  <a:srgbClr val="666666"/>
                </a:solidFill>
                <a:highlight>
                  <a:srgbClr val="FFFFFF"/>
                </a:highlight>
              </a:rPr>
              <a:t>Use of One Point</a:t>
            </a:r>
            <a:r>
              <a:rPr lang="en-US" sz="2400">
                <a:solidFill>
                  <a:srgbClr val="666666"/>
                </a:solidFill>
                <a:highlight>
                  <a:srgbClr val="FFFFFF"/>
                </a:highlight>
              </a:rPr>
              <a:t>– The One Point projection is mostly used to draw the images of roads, railway tracks, and buildings.</a:t>
            </a:r>
            <a:endParaRPr sz="2400">
              <a:solidFill>
                <a:srgbClr val="666666"/>
              </a:solidFill>
              <a:highlight>
                <a:srgbClr val="FFFFFF"/>
              </a:highlight>
            </a:endParaRPr>
          </a:p>
          <a:p>
            <a:pPr indent="0" lvl="0" marL="0" rtl="0" algn="l">
              <a:lnSpc>
                <a:spcPct val="115000"/>
              </a:lnSpc>
              <a:spcBef>
                <a:spcPts val="1200"/>
              </a:spcBef>
              <a:spcAft>
                <a:spcPts val="0"/>
              </a:spcAft>
              <a:buNone/>
            </a:pPr>
            <a:r>
              <a:t/>
            </a:r>
            <a:endParaRPr sz="2400">
              <a:solidFill>
                <a:srgbClr val="666666"/>
              </a:solidFill>
              <a:highlight>
                <a:srgbClr val="FFFFFF"/>
              </a:highlight>
            </a:endParaRPr>
          </a:p>
          <a:p>
            <a:pPr indent="0" lvl="0" marL="0" rtl="0" algn="l">
              <a:spcBef>
                <a:spcPts val="1200"/>
              </a:spcBef>
              <a:spcAft>
                <a:spcPts val="0"/>
              </a:spcAft>
              <a:buNone/>
            </a:pPr>
            <a:r>
              <a:t/>
            </a:r>
            <a:endParaRPr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509" name="Google Shape;509;g3d41a1cf864_0_89"/>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510" name="Google Shape;510;g3d41a1cf864_0_89"/>
          <p:cNvPicPr preferRelativeResize="0"/>
          <p:nvPr/>
        </p:nvPicPr>
        <p:blipFill>
          <a:blip r:embed="rId3">
            <a:alphaModFix/>
          </a:blip>
          <a:stretch>
            <a:fillRect/>
          </a:stretch>
        </p:blipFill>
        <p:spPr>
          <a:xfrm>
            <a:off x="2146500" y="2820425"/>
            <a:ext cx="5049000" cy="35361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g3d41a1cf864_0_97"/>
          <p:cNvSpPr txBox="1"/>
          <p:nvPr/>
        </p:nvSpPr>
        <p:spPr>
          <a:xfrm>
            <a:off x="4266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516" name="Google Shape;516;g3d41a1cf864_0_97"/>
          <p:cNvSpPr/>
          <p:nvPr/>
        </p:nvSpPr>
        <p:spPr>
          <a:xfrm>
            <a:off x="702000" y="1444200"/>
            <a:ext cx="8079000" cy="4803900"/>
          </a:xfrm>
          <a:prstGeom prst="rect">
            <a:avLst/>
          </a:prstGeom>
          <a:noFill/>
          <a:ln>
            <a:noFill/>
          </a:ln>
        </p:spPr>
        <p:txBody>
          <a:bodyPr anchorCtr="0" anchor="t" bIns="45700" lIns="91425" spcFirstLastPara="1" rIns="91425" wrap="square" tIns="45700">
            <a:noAutofit/>
          </a:bodyPr>
          <a:lstStyle/>
          <a:p>
            <a:pPr indent="-381000" lvl="0" marL="457200" rtl="0" algn="l">
              <a:lnSpc>
                <a:spcPct val="169000"/>
              </a:lnSpc>
              <a:spcBef>
                <a:spcPts val="0"/>
              </a:spcBef>
              <a:spcAft>
                <a:spcPts val="0"/>
              </a:spcAft>
              <a:buSzPts val="2400"/>
              <a:buAutoNum type="arabicPeriod"/>
            </a:pPr>
            <a:r>
              <a:rPr b="1" lang="en-US" sz="2400">
                <a:solidFill>
                  <a:srgbClr val="666666"/>
                </a:solidFill>
              </a:rPr>
              <a:t>Two Point:  </a:t>
            </a:r>
            <a:r>
              <a:rPr lang="en-US" sz="2400">
                <a:solidFill>
                  <a:srgbClr val="666666"/>
                </a:solidFill>
              </a:rPr>
              <a:t>It is also called</a:t>
            </a:r>
            <a:r>
              <a:rPr b="1" lang="en-US" sz="2400">
                <a:solidFill>
                  <a:srgbClr val="666666"/>
                </a:solidFill>
              </a:rPr>
              <a:t> “Angular Perspective.</a:t>
            </a:r>
            <a:r>
              <a:rPr lang="en-US" sz="2400">
                <a:solidFill>
                  <a:srgbClr val="666666"/>
                </a:solidFill>
              </a:rPr>
              <a:t>” A Two Point perspective contains two vanishing points on the line.</a:t>
            </a:r>
            <a:endParaRPr sz="2400">
              <a:solidFill>
                <a:srgbClr val="666666"/>
              </a:solidFill>
              <a:highlight>
                <a:srgbClr val="FFFFFF"/>
              </a:highlight>
            </a:endParaRPr>
          </a:p>
          <a:p>
            <a:pPr indent="0" lvl="0" marL="457200" rtl="0" algn="l">
              <a:lnSpc>
                <a:spcPct val="169000"/>
              </a:lnSpc>
              <a:spcBef>
                <a:spcPts val="1200"/>
              </a:spcBef>
              <a:spcAft>
                <a:spcPts val="0"/>
              </a:spcAft>
              <a:buNone/>
            </a:pPr>
            <a:r>
              <a:t/>
            </a:r>
            <a:endParaRPr sz="2400">
              <a:solidFill>
                <a:srgbClr val="666666"/>
              </a:solidFill>
              <a:highlight>
                <a:srgbClr val="FFFFFF"/>
              </a:highlight>
            </a:endParaRPr>
          </a:p>
          <a:p>
            <a:pPr indent="0" lvl="0" marL="457200" rtl="0" algn="l">
              <a:lnSpc>
                <a:spcPct val="169000"/>
              </a:lnSpc>
              <a:spcBef>
                <a:spcPts val="1200"/>
              </a:spcBef>
              <a:spcAft>
                <a:spcPts val="0"/>
              </a:spcAft>
              <a:buNone/>
            </a:pPr>
            <a:r>
              <a:t/>
            </a:r>
            <a:endParaRPr sz="2400">
              <a:solidFill>
                <a:srgbClr val="666666"/>
              </a:solidFill>
              <a:highlight>
                <a:srgbClr val="FFFFFF"/>
              </a:highlight>
            </a:endParaRPr>
          </a:p>
          <a:p>
            <a:pPr indent="0" lvl="0" marL="0" rtl="0" algn="l">
              <a:lnSpc>
                <a:spcPct val="115000"/>
              </a:lnSpc>
              <a:spcBef>
                <a:spcPts val="1200"/>
              </a:spcBef>
              <a:spcAft>
                <a:spcPts val="0"/>
              </a:spcAft>
              <a:buNone/>
            </a:pPr>
            <a:br>
              <a:rPr b="1" lang="en-US" sz="2400">
                <a:solidFill>
                  <a:srgbClr val="666666"/>
                </a:solidFill>
                <a:highlight>
                  <a:srgbClr val="FFFFFF"/>
                </a:highlight>
              </a:rPr>
            </a:br>
            <a:br>
              <a:rPr b="1" lang="en-US" sz="2400">
                <a:solidFill>
                  <a:srgbClr val="666666"/>
                </a:solidFill>
                <a:highlight>
                  <a:srgbClr val="FFFFFF"/>
                </a:highlight>
              </a:rPr>
            </a:br>
            <a:endParaRPr sz="2400">
              <a:solidFill>
                <a:srgbClr val="666666"/>
              </a:solidFill>
              <a:highlight>
                <a:srgbClr val="FFFFFF"/>
              </a:highlight>
            </a:endParaRPr>
          </a:p>
          <a:p>
            <a:pPr indent="0" lvl="0" marL="0" rtl="0" algn="l">
              <a:spcBef>
                <a:spcPts val="1200"/>
              </a:spcBef>
              <a:spcAft>
                <a:spcPts val="0"/>
              </a:spcAft>
              <a:buNone/>
            </a:pPr>
            <a:r>
              <a:t/>
            </a:r>
            <a:endParaRPr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517" name="Google Shape;517;g3d41a1cf864_0_97"/>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518" name="Google Shape;518;g3d41a1cf864_0_97"/>
          <p:cNvPicPr preferRelativeResize="0"/>
          <p:nvPr/>
        </p:nvPicPr>
        <p:blipFill>
          <a:blip r:embed="rId3">
            <a:alphaModFix/>
          </a:blip>
          <a:stretch>
            <a:fillRect/>
          </a:stretch>
        </p:blipFill>
        <p:spPr>
          <a:xfrm>
            <a:off x="3092700" y="3266272"/>
            <a:ext cx="3460375" cy="2981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g3d41a1cf864_0_107"/>
          <p:cNvSpPr txBox="1"/>
          <p:nvPr/>
        </p:nvSpPr>
        <p:spPr>
          <a:xfrm>
            <a:off x="4266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524" name="Google Shape;524;g3d41a1cf864_0_107"/>
          <p:cNvSpPr/>
          <p:nvPr/>
        </p:nvSpPr>
        <p:spPr>
          <a:xfrm>
            <a:off x="702000" y="1444200"/>
            <a:ext cx="8079000" cy="4803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b="1" lang="en-US" sz="2400">
                <a:solidFill>
                  <a:srgbClr val="666666"/>
                </a:solidFill>
                <a:highlight>
                  <a:srgbClr val="FFFFFF"/>
                </a:highlight>
              </a:rPr>
              <a:t>Use of Two Point</a:t>
            </a:r>
            <a:r>
              <a:rPr lang="en-US" sz="2400">
                <a:solidFill>
                  <a:srgbClr val="666666"/>
                </a:solidFill>
                <a:highlight>
                  <a:srgbClr val="FFFFFF"/>
                </a:highlight>
              </a:rPr>
              <a:t>– The main use of Two Point projection is to draw the two corner roads.</a:t>
            </a:r>
            <a:endParaRPr sz="2400">
              <a:solidFill>
                <a:srgbClr val="666666"/>
              </a:solidFill>
              <a:highlight>
                <a:srgbClr val="FFFFFF"/>
              </a:highlight>
            </a:endParaRPr>
          </a:p>
          <a:p>
            <a:pPr indent="0" lvl="0" marL="0" rtl="0" algn="l">
              <a:lnSpc>
                <a:spcPct val="115000"/>
              </a:lnSpc>
              <a:spcBef>
                <a:spcPts val="1200"/>
              </a:spcBef>
              <a:spcAft>
                <a:spcPts val="0"/>
              </a:spcAft>
              <a:buNone/>
            </a:pPr>
            <a:r>
              <a:t/>
            </a:r>
            <a:endParaRPr b="1" sz="2400">
              <a:solidFill>
                <a:srgbClr val="666666"/>
              </a:solidFill>
              <a:highlight>
                <a:srgbClr val="FFFFFF"/>
              </a:highlight>
            </a:endParaRPr>
          </a:p>
          <a:p>
            <a:pPr indent="0" lvl="0" marL="0" rtl="0" algn="l">
              <a:lnSpc>
                <a:spcPct val="115000"/>
              </a:lnSpc>
              <a:spcBef>
                <a:spcPts val="1200"/>
              </a:spcBef>
              <a:spcAft>
                <a:spcPts val="0"/>
              </a:spcAft>
              <a:buNone/>
            </a:pPr>
            <a:r>
              <a:t/>
            </a:r>
            <a:endParaRPr sz="2400">
              <a:solidFill>
                <a:srgbClr val="666666"/>
              </a:solidFill>
              <a:highlight>
                <a:srgbClr val="FFFFFF"/>
              </a:highlight>
            </a:endParaRPr>
          </a:p>
          <a:p>
            <a:pPr indent="0" lvl="0" marL="0" rtl="0" algn="l">
              <a:spcBef>
                <a:spcPts val="1200"/>
              </a:spcBef>
              <a:spcAft>
                <a:spcPts val="0"/>
              </a:spcAft>
              <a:buNone/>
            </a:pPr>
            <a:r>
              <a:t/>
            </a:r>
            <a:endParaRPr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525" name="Google Shape;525;g3d41a1cf864_0_107"/>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526" name="Google Shape;526;g3d41a1cf864_0_107"/>
          <p:cNvPicPr preferRelativeResize="0"/>
          <p:nvPr/>
        </p:nvPicPr>
        <p:blipFill>
          <a:blip r:embed="rId3">
            <a:alphaModFix/>
          </a:blip>
          <a:stretch>
            <a:fillRect/>
          </a:stretch>
        </p:blipFill>
        <p:spPr>
          <a:xfrm>
            <a:off x="1971000" y="2536625"/>
            <a:ext cx="5339676" cy="357685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g3d41a1cf864_0_116"/>
          <p:cNvSpPr txBox="1"/>
          <p:nvPr/>
        </p:nvSpPr>
        <p:spPr>
          <a:xfrm>
            <a:off x="4266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532" name="Google Shape;532;g3d41a1cf864_0_116"/>
          <p:cNvSpPr/>
          <p:nvPr/>
        </p:nvSpPr>
        <p:spPr>
          <a:xfrm>
            <a:off x="702000" y="1444200"/>
            <a:ext cx="8079000" cy="4803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000">
                <a:solidFill>
                  <a:srgbClr val="666666"/>
                </a:solidFill>
                <a:highlight>
                  <a:srgbClr val="FFFFFF"/>
                </a:highlight>
              </a:rPr>
              <a:t>3</a:t>
            </a:r>
            <a:r>
              <a:rPr lang="en-US" sz="2000">
                <a:solidFill>
                  <a:srgbClr val="666666"/>
                </a:solidFill>
                <a:highlight>
                  <a:srgbClr val="FFFFFF"/>
                </a:highlight>
              </a:rPr>
              <a:t>.</a:t>
            </a:r>
            <a:r>
              <a:rPr b="1" lang="en-US" sz="2000">
                <a:solidFill>
                  <a:srgbClr val="666666"/>
                </a:solidFill>
                <a:highlight>
                  <a:srgbClr val="FFFFFF"/>
                </a:highlight>
              </a:rPr>
              <a:t>Three-Point</a:t>
            </a:r>
            <a:r>
              <a:rPr lang="en-US" sz="2000">
                <a:solidFill>
                  <a:srgbClr val="666666"/>
                </a:solidFill>
                <a:highlight>
                  <a:srgbClr val="FFFFFF"/>
                </a:highlight>
              </a:rPr>
              <a:t>– The Three-Point Perspective contains three vanishing points. Two points lie on the horizon line, and one above or below the line. It is very difficult to draw.</a:t>
            </a:r>
            <a:endParaRPr sz="2000">
              <a:solidFill>
                <a:srgbClr val="666666"/>
              </a:solidFill>
              <a:highlight>
                <a:srgbClr val="FFFFFF"/>
              </a:highlight>
            </a:endParaRPr>
          </a:p>
          <a:p>
            <a:pPr indent="0" lvl="0" marL="0" rtl="0" algn="l">
              <a:lnSpc>
                <a:spcPct val="115000"/>
              </a:lnSpc>
              <a:spcBef>
                <a:spcPts val="1200"/>
              </a:spcBef>
              <a:spcAft>
                <a:spcPts val="0"/>
              </a:spcAft>
              <a:buNone/>
            </a:pPr>
            <a:r>
              <a:rPr lang="en-US" sz="2000">
                <a:solidFill>
                  <a:srgbClr val="666666"/>
                </a:solidFill>
                <a:highlight>
                  <a:srgbClr val="FFFFFF"/>
                </a:highlight>
              </a:rPr>
              <a:t>When we see an object from above, than the third point is below the ground. If we see an object from the below, than the third point is in the space above.</a:t>
            </a:r>
            <a:endParaRPr sz="2000">
              <a:solidFill>
                <a:srgbClr val="666666"/>
              </a:solidFill>
              <a:highlight>
                <a:srgbClr val="FFFFFF"/>
              </a:highlight>
            </a:endParaRPr>
          </a:p>
          <a:p>
            <a:pPr indent="0" lvl="0" marL="457200" rtl="0" algn="l">
              <a:lnSpc>
                <a:spcPct val="169000"/>
              </a:lnSpc>
              <a:spcBef>
                <a:spcPts val="1200"/>
              </a:spcBef>
              <a:spcAft>
                <a:spcPts val="0"/>
              </a:spcAft>
              <a:buNone/>
            </a:pPr>
            <a:r>
              <a:t/>
            </a:r>
            <a:endParaRPr b="1" sz="2400">
              <a:solidFill>
                <a:srgbClr val="666666"/>
              </a:solidFill>
            </a:endParaRPr>
          </a:p>
          <a:p>
            <a:pPr indent="0" lvl="0" marL="457200" rtl="0" algn="l">
              <a:lnSpc>
                <a:spcPct val="169000"/>
              </a:lnSpc>
              <a:spcBef>
                <a:spcPts val="1200"/>
              </a:spcBef>
              <a:spcAft>
                <a:spcPts val="0"/>
              </a:spcAft>
              <a:buNone/>
            </a:pPr>
            <a:r>
              <a:t/>
            </a:r>
            <a:endParaRPr sz="2400">
              <a:solidFill>
                <a:srgbClr val="666666"/>
              </a:solidFill>
              <a:highlight>
                <a:srgbClr val="FFFFFF"/>
              </a:highlight>
            </a:endParaRPr>
          </a:p>
          <a:p>
            <a:pPr indent="0" lvl="0" marL="457200" rtl="0" algn="l">
              <a:lnSpc>
                <a:spcPct val="169000"/>
              </a:lnSpc>
              <a:spcBef>
                <a:spcPts val="1200"/>
              </a:spcBef>
              <a:spcAft>
                <a:spcPts val="0"/>
              </a:spcAft>
              <a:buNone/>
            </a:pPr>
            <a:r>
              <a:t/>
            </a:r>
            <a:endParaRPr sz="2400">
              <a:solidFill>
                <a:srgbClr val="666666"/>
              </a:solidFill>
              <a:highlight>
                <a:srgbClr val="FFFFFF"/>
              </a:highlight>
            </a:endParaRPr>
          </a:p>
          <a:p>
            <a:pPr indent="0" lvl="0" marL="0" rtl="0" algn="l">
              <a:lnSpc>
                <a:spcPct val="115000"/>
              </a:lnSpc>
              <a:spcBef>
                <a:spcPts val="1200"/>
              </a:spcBef>
              <a:spcAft>
                <a:spcPts val="0"/>
              </a:spcAft>
              <a:buNone/>
            </a:pPr>
            <a:br>
              <a:rPr b="1" lang="en-US" sz="2400">
                <a:solidFill>
                  <a:srgbClr val="666666"/>
                </a:solidFill>
                <a:highlight>
                  <a:srgbClr val="FFFFFF"/>
                </a:highlight>
              </a:rPr>
            </a:br>
            <a:br>
              <a:rPr b="1" lang="en-US" sz="2400">
                <a:solidFill>
                  <a:srgbClr val="666666"/>
                </a:solidFill>
                <a:highlight>
                  <a:srgbClr val="FFFFFF"/>
                </a:highlight>
              </a:rPr>
            </a:br>
            <a:endParaRPr sz="2400">
              <a:solidFill>
                <a:srgbClr val="666666"/>
              </a:solidFill>
              <a:highlight>
                <a:srgbClr val="FFFFFF"/>
              </a:highlight>
            </a:endParaRPr>
          </a:p>
          <a:p>
            <a:pPr indent="0" lvl="0" marL="0" rtl="0" algn="l">
              <a:spcBef>
                <a:spcPts val="1200"/>
              </a:spcBef>
              <a:spcAft>
                <a:spcPts val="0"/>
              </a:spcAft>
              <a:buNone/>
            </a:pPr>
            <a:r>
              <a:t/>
            </a:r>
            <a:endParaRPr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533" name="Google Shape;533;g3d41a1cf864_0_116"/>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534" name="Google Shape;534;g3d41a1cf864_0_116"/>
          <p:cNvPicPr preferRelativeResize="0"/>
          <p:nvPr/>
        </p:nvPicPr>
        <p:blipFill>
          <a:blip r:embed="rId3">
            <a:alphaModFix/>
          </a:blip>
          <a:stretch>
            <a:fillRect/>
          </a:stretch>
        </p:blipFill>
        <p:spPr>
          <a:xfrm>
            <a:off x="3022950" y="3515475"/>
            <a:ext cx="3036601" cy="284105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d41a1cf864_0_123"/>
          <p:cNvSpPr txBox="1"/>
          <p:nvPr/>
        </p:nvSpPr>
        <p:spPr>
          <a:xfrm>
            <a:off x="426600" y="152280"/>
            <a:ext cx="8229300" cy="11427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sz="1800">
              <a:solidFill>
                <a:schemeClr val="dk1"/>
              </a:solidFill>
              <a:latin typeface="Arial"/>
              <a:ea typeface="Arial"/>
              <a:cs typeface="Arial"/>
              <a:sym typeface="Arial"/>
            </a:endParaRPr>
          </a:p>
        </p:txBody>
      </p:sp>
      <p:sp>
        <p:nvSpPr>
          <p:cNvPr id="540" name="Google Shape;540;g3d41a1cf864_0_123"/>
          <p:cNvSpPr/>
          <p:nvPr/>
        </p:nvSpPr>
        <p:spPr>
          <a:xfrm>
            <a:off x="702000" y="1444200"/>
            <a:ext cx="8079000" cy="48039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b="1" lang="en-US" sz="2400">
                <a:solidFill>
                  <a:srgbClr val="666666"/>
                </a:solidFill>
                <a:highlight>
                  <a:srgbClr val="FFFFFF"/>
                </a:highlight>
              </a:rPr>
              <a:t>Use of Three-Point: </a:t>
            </a:r>
            <a:r>
              <a:rPr lang="en-US" sz="2400">
                <a:solidFill>
                  <a:srgbClr val="666666"/>
                </a:solidFill>
                <a:highlight>
                  <a:srgbClr val="FFFFFF"/>
                </a:highlight>
              </a:rPr>
              <a:t>It is mainly used in skyscraping.</a:t>
            </a:r>
            <a:endParaRPr sz="2400">
              <a:solidFill>
                <a:srgbClr val="666666"/>
              </a:solidFill>
              <a:highlight>
                <a:srgbClr val="FFFFFF"/>
              </a:highlight>
            </a:endParaRPr>
          </a:p>
          <a:p>
            <a:pPr indent="0" lvl="0" marL="0" rtl="0" algn="l">
              <a:lnSpc>
                <a:spcPct val="115000"/>
              </a:lnSpc>
              <a:spcBef>
                <a:spcPts val="1200"/>
              </a:spcBef>
              <a:spcAft>
                <a:spcPts val="0"/>
              </a:spcAft>
              <a:buNone/>
            </a:pPr>
            <a:r>
              <a:t/>
            </a:r>
            <a:endParaRPr b="1" sz="2400">
              <a:solidFill>
                <a:srgbClr val="666666"/>
              </a:solidFill>
              <a:highlight>
                <a:srgbClr val="FFFFFF"/>
              </a:highlight>
            </a:endParaRPr>
          </a:p>
          <a:p>
            <a:pPr indent="0" lvl="0" marL="0" rtl="0" algn="l">
              <a:lnSpc>
                <a:spcPct val="115000"/>
              </a:lnSpc>
              <a:spcBef>
                <a:spcPts val="1200"/>
              </a:spcBef>
              <a:spcAft>
                <a:spcPts val="0"/>
              </a:spcAft>
              <a:buNone/>
            </a:pPr>
            <a:r>
              <a:t/>
            </a:r>
            <a:endParaRPr b="1" sz="2400">
              <a:solidFill>
                <a:srgbClr val="666666"/>
              </a:solidFill>
              <a:highlight>
                <a:srgbClr val="FFFFFF"/>
              </a:highlight>
            </a:endParaRPr>
          </a:p>
          <a:p>
            <a:pPr indent="0" lvl="0" marL="0" rtl="0" algn="l">
              <a:lnSpc>
                <a:spcPct val="115000"/>
              </a:lnSpc>
              <a:spcBef>
                <a:spcPts val="1200"/>
              </a:spcBef>
              <a:spcAft>
                <a:spcPts val="0"/>
              </a:spcAft>
              <a:buNone/>
            </a:pPr>
            <a:r>
              <a:t/>
            </a:r>
            <a:endParaRPr sz="2400">
              <a:solidFill>
                <a:srgbClr val="666666"/>
              </a:solidFill>
              <a:highlight>
                <a:srgbClr val="FFFFFF"/>
              </a:highlight>
            </a:endParaRPr>
          </a:p>
          <a:p>
            <a:pPr indent="0" lvl="0" marL="0" rtl="0" algn="l">
              <a:spcBef>
                <a:spcPts val="1200"/>
              </a:spcBef>
              <a:spcAft>
                <a:spcPts val="0"/>
              </a:spcAft>
              <a:buNone/>
            </a:pPr>
            <a:r>
              <a:t/>
            </a:r>
            <a:endParaRPr sz="2400">
              <a:solidFill>
                <a:srgbClr val="666666"/>
              </a:solidFill>
            </a:endParaRPr>
          </a:p>
          <a:p>
            <a:pPr indent="0" lvl="0" marL="0" rtl="0" algn="l">
              <a:spcBef>
                <a:spcPts val="0"/>
              </a:spcBef>
              <a:spcAft>
                <a:spcPts val="0"/>
              </a:spcAft>
              <a:buNone/>
            </a:pPr>
            <a:r>
              <a:t/>
            </a:r>
            <a:endParaRPr b="1" sz="2400">
              <a:solidFill>
                <a:srgbClr val="666666"/>
              </a:solidFill>
            </a:endParaRPr>
          </a:p>
        </p:txBody>
      </p:sp>
      <p:sp>
        <p:nvSpPr>
          <p:cNvPr id="541" name="Google Shape;541;g3d41a1cf864_0_123"/>
          <p:cNvSpPr txBox="1"/>
          <p:nvPr/>
        </p:nvSpPr>
        <p:spPr>
          <a:xfrm>
            <a:off x="6553080" y="6356520"/>
            <a:ext cx="2133300" cy="3648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pic>
        <p:nvPicPr>
          <p:cNvPr id="542" name="Google Shape;542;g3d41a1cf864_0_123"/>
          <p:cNvPicPr preferRelativeResize="0"/>
          <p:nvPr/>
        </p:nvPicPr>
        <p:blipFill>
          <a:blip r:embed="rId3">
            <a:alphaModFix/>
          </a:blip>
          <a:stretch>
            <a:fillRect/>
          </a:stretch>
        </p:blipFill>
        <p:spPr>
          <a:xfrm>
            <a:off x="1951725" y="2372698"/>
            <a:ext cx="5240550" cy="39838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26"/>
          <p:cNvSpPr txBox="1"/>
          <p:nvPr/>
        </p:nvSpPr>
        <p:spPr>
          <a:xfrm>
            <a:off x="457200" y="2438280"/>
            <a:ext cx="8229240" cy="281916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lang="en-US" sz="6600">
                <a:solidFill>
                  <a:srgbClr val="7030A0"/>
                </a:solidFill>
                <a:latin typeface="Times New Roman"/>
                <a:ea typeface="Times New Roman"/>
                <a:cs typeface="Times New Roman"/>
                <a:sym typeface="Times New Roman"/>
              </a:rPr>
              <a:t>Thank You</a:t>
            </a:r>
            <a:endParaRPr sz="1800">
              <a:solidFill>
                <a:schemeClr val="dk1"/>
              </a:solidFill>
              <a:latin typeface="Arial"/>
              <a:ea typeface="Arial"/>
              <a:cs typeface="Arial"/>
              <a:sym typeface="Arial"/>
            </a:endParaRPr>
          </a:p>
        </p:txBody>
      </p:sp>
      <p:sp>
        <p:nvSpPr>
          <p:cNvPr id="548" name="Google Shape;548;p26"/>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lang="en-US" sz="1200">
                <a:solidFill>
                  <a:srgbClr val="8B8B8B"/>
                </a:solidFill>
                <a:latin typeface="Calibri"/>
                <a:ea typeface="Calibri"/>
                <a:cs typeface="Calibri"/>
                <a:sym typeface="Calibri"/>
              </a:rPr>
              <a:t>‹#›</a:t>
            </a:fld>
            <a:endParaRPr sz="1800">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
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9144000"/>
  <p:notesSz cx="9296400" cy="7010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0" roundtripDataSignature="AMtx7mjdLyc6THcq3OiUtxsDXlOwBT4s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4AE1CE5-EEE6-4122-8FDF-42C809E9EE6C}">
  <a:tblStyle styleId="{64AE1CE5-EEE6-4122-8FDF-42C809E9EE6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028440" cy="350520"/>
          </a:xfrm>
          <a:prstGeom prst="rect">
            <a:avLst/>
          </a:prstGeom>
          <a:noFill/>
          <a:ln>
            <a:noFill/>
          </a:ln>
        </p:spPr>
        <p:txBody>
          <a:bodyPr anchorCtr="0" anchor="t"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265809" y="0"/>
            <a:ext cx="4028440" cy="350520"/>
          </a:xfrm>
          <a:prstGeom prst="rect">
            <a:avLst/>
          </a:prstGeom>
          <a:noFill/>
          <a:ln>
            <a:noFill/>
          </a:ln>
        </p:spPr>
        <p:txBody>
          <a:bodyPr anchorCtr="0" anchor="t" bIns="46575" lIns="93175" spcFirstLastPara="1" rIns="93175" wrap="square" tIns="4657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29640" y="3329940"/>
            <a:ext cx="7437120" cy="3154680"/>
          </a:xfrm>
          <a:prstGeom prst="rect">
            <a:avLst/>
          </a:prstGeom>
          <a:noFill/>
          <a:ln>
            <a:noFill/>
          </a:ln>
        </p:spPr>
        <p:txBody>
          <a:bodyPr anchorCtr="0" anchor="t" bIns="46575" lIns="93175" spcFirstLastPara="1" rIns="93175" wrap="square" tIns="46575">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658664"/>
            <a:ext cx="4028440" cy="350520"/>
          </a:xfrm>
          <a:prstGeom prst="rect">
            <a:avLst/>
          </a:prstGeom>
          <a:noFill/>
          <a:ln>
            <a:noFill/>
          </a:ln>
        </p:spPr>
        <p:txBody>
          <a:bodyPr anchorCtr="0" anchor="b"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265809" y="6658664"/>
            <a:ext cx="4028440" cy="350520"/>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e92e9ffd75_1_60:notes"/>
          <p:cNvSpPr/>
          <p:nvPr>
            <p:ph idx="2" type="sldImg"/>
          </p:nvPr>
        </p:nvSpPr>
        <p:spPr>
          <a:xfrm>
            <a:off x="3061907" y="525409"/>
            <a:ext cx="3172800" cy="2628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
            <a:headEnd len="sm" w="sm" type="none"/>
            <a:tailEnd len="sm" w="sm" type="none"/>
          </a:ln>
        </p:spPr>
      </p:sp>
      <p:sp>
        <p:nvSpPr>
          <p:cNvPr id="71" name="Google Shape;71;g3e92e9ffd75_1_60:notes"/>
          <p:cNvSpPr txBox="1"/>
          <p:nvPr>
            <p:ph idx="1" type="body"/>
          </p:nvPr>
        </p:nvSpPr>
        <p:spPr>
          <a:xfrm>
            <a:off x="930389" y="3329243"/>
            <a:ext cx="7437000" cy="315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72" name="Google Shape;72;g3e92e9ffd75_1_60:notes"/>
          <p:cNvSpPr txBox="1"/>
          <p:nvPr/>
        </p:nvSpPr>
        <p:spPr>
          <a:xfrm>
            <a:off x="5265224" y="6658488"/>
            <a:ext cx="4029900" cy="3504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2:notes"/>
          <p:cNvSpPr txBox="1"/>
          <p:nvPr>
            <p:ph idx="1" type="body"/>
          </p:nvPr>
        </p:nvSpPr>
        <p:spPr>
          <a:xfrm>
            <a:off x="929640" y="3329940"/>
            <a:ext cx="7437120" cy="315468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83" name="Google Shape;83;p2: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929640" y="3329940"/>
            <a:ext cx="7437120" cy="315468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91" name="Google Shape;91;p3: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929640" y="3329940"/>
            <a:ext cx="7437120" cy="315468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99" name="Google Shape;99;p4: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929640" y="3329940"/>
            <a:ext cx="7437120" cy="315468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07" name="Google Shape;107;p5: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929640" y="3329940"/>
            <a:ext cx="7437120" cy="315468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16" name="Google Shape;116;p6: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txBox="1"/>
          <p:nvPr>
            <p:ph idx="1" type="body"/>
          </p:nvPr>
        </p:nvSpPr>
        <p:spPr>
          <a:xfrm>
            <a:off x="929640" y="3329940"/>
            <a:ext cx="7437120" cy="315468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24" name="Google Shape;124;p7: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929640" y="3329940"/>
            <a:ext cx="7437120" cy="315468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33" name="Google Shape;133;p8: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929640" y="3329940"/>
            <a:ext cx="7437120" cy="315468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41" name="Google Shape;141;p9: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0:notes"/>
          <p:cNvSpPr txBox="1"/>
          <p:nvPr>
            <p:ph idx="1" type="body"/>
          </p:nvPr>
        </p:nvSpPr>
        <p:spPr>
          <a:xfrm>
            <a:off x="929640" y="3329940"/>
            <a:ext cx="7437120" cy="315468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50" name="Google Shape;150;p10: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ph idx="1" type="body"/>
          </p:nvPr>
        </p:nvSpPr>
        <p:spPr>
          <a:xfrm>
            <a:off x="929640" y="3329940"/>
            <a:ext cx="7437120" cy="315468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58" name="Google Shape;158;p11: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txBox="1"/>
          <p:nvPr>
            <p:ph idx="1" type="body"/>
          </p:nvPr>
        </p:nvSpPr>
        <p:spPr>
          <a:xfrm>
            <a:off x="929640" y="3329940"/>
            <a:ext cx="7437120" cy="315468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66" name="Google Shape;166;p12: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txBox="1"/>
          <p:nvPr>
            <p:ph idx="1" type="body"/>
          </p:nvPr>
        </p:nvSpPr>
        <p:spPr>
          <a:xfrm>
            <a:off x="929640" y="3329940"/>
            <a:ext cx="7437120" cy="315468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75" name="Google Shape;175;p13: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5:notes"/>
          <p:cNvSpPr txBox="1"/>
          <p:nvPr>
            <p:ph idx="1" type="body"/>
          </p:nvPr>
        </p:nvSpPr>
        <p:spPr>
          <a:xfrm>
            <a:off x="929640" y="3329940"/>
            <a:ext cx="7437120" cy="315468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83" name="Google Shape;183;p15: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6:notes"/>
          <p:cNvSpPr txBox="1"/>
          <p:nvPr>
            <p:ph idx="1" type="body"/>
          </p:nvPr>
        </p:nvSpPr>
        <p:spPr>
          <a:xfrm>
            <a:off x="929640" y="3329940"/>
            <a:ext cx="7437120" cy="315468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91" name="Google Shape;191;p16: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8:notes"/>
          <p:cNvSpPr txBox="1"/>
          <p:nvPr>
            <p:ph idx="1" type="body"/>
          </p:nvPr>
        </p:nvSpPr>
        <p:spPr>
          <a:xfrm>
            <a:off x="929640" y="3329940"/>
            <a:ext cx="7437120" cy="315468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99" name="Google Shape;199;p18: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9:notes"/>
          <p:cNvSpPr txBox="1"/>
          <p:nvPr>
            <p:ph idx="1" type="body"/>
          </p:nvPr>
        </p:nvSpPr>
        <p:spPr>
          <a:xfrm>
            <a:off x="929640" y="3329940"/>
            <a:ext cx="7437120" cy="315468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09" name="Google Shape;209;p19: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0:notes"/>
          <p:cNvSpPr txBox="1"/>
          <p:nvPr>
            <p:ph idx="1" type="body"/>
          </p:nvPr>
        </p:nvSpPr>
        <p:spPr>
          <a:xfrm>
            <a:off x="929640" y="3329940"/>
            <a:ext cx="7437120" cy="315468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18" name="Google Shape;218;p20: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1:notes"/>
          <p:cNvSpPr txBox="1"/>
          <p:nvPr>
            <p:ph idx="1" type="body"/>
          </p:nvPr>
        </p:nvSpPr>
        <p:spPr>
          <a:xfrm>
            <a:off x="929640" y="3329940"/>
            <a:ext cx="7437120" cy="315468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26" name="Google Shape;226;p21: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e92e9ffd75_1_425:notes"/>
          <p:cNvSpPr txBox="1"/>
          <p:nvPr>
            <p:ph idx="1" type="body"/>
          </p:nvPr>
        </p:nvSpPr>
        <p:spPr>
          <a:xfrm>
            <a:off x="929640" y="3329940"/>
            <a:ext cx="7437000" cy="31548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34" name="Google Shape;234;g3e92e9ffd75_1_425: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e92e9ffd75_1_432:notes"/>
          <p:cNvSpPr txBox="1"/>
          <p:nvPr>
            <p:ph idx="1" type="body"/>
          </p:nvPr>
        </p:nvSpPr>
        <p:spPr>
          <a:xfrm>
            <a:off x="929640" y="3329940"/>
            <a:ext cx="7437000" cy="31548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44" name="Google Shape;244;g3e92e9ffd75_1_432: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f94b61ef3f_0_4:notes"/>
          <p:cNvSpPr txBox="1"/>
          <p:nvPr>
            <p:ph idx="1" type="body"/>
          </p:nvPr>
        </p:nvSpPr>
        <p:spPr>
          <a:xfrm>
            <a:off x="929640" y="3329940"/>
            <a:ext cx="7437000" cy="31548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52" name="Google Shape;252;g3f94b61ef3f_0_4: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e92e9ffd75_1_216:notes"/>
          <p:cNvSpPr txBox="1"/>
          <p:nvPr>
            <p:ph idx="1" type="body"/>
          </p:nvPr>
        </p:nvSpPr>
        <p:spPr>
          <a:xfrm>
            <a:off x="930389" y="3329243"/>
            <a:ext cx="7437000" cy="3155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1" name="Google Shape;261;g3e92e9ffd75_1_216:notes"/>
          <p:cNvSpPr/>
          <p:nvPr>
            <p:ph idx="2" type="sldImg"/>
          </p:nvPr>
        </p:nvSpPr>
        <p:spPr>
          <a:xfrm>
            <a:off x="3061907" y="525409"/>
            <a:ext cx="3172800" cy="2628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3e92e9ffd75_1_369"/>
          <p:cNvSpPr txBox="1"/>
          <p:nvPr>
            <p:ph type="ctrTitle"/>
          </p:nvPr>
        </p:nvSpPr>
        <p:spPr>
          <a:xfrm>
            <a:off x="311708" y="992767"/>
            <a:ext cx="8520600" cy="2736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g3e92e9ffd75_1_369"/>
          <p:cNvSpPr txBox="1"/>
          <p:nvPr>
            <p:ph idx="1" type="subTitle"/>
          </p:nvPr>
        </p:nvSpPr>
        <p:spPr>
          <a:xfrm>
            <a:off x="311700" y="3778833"/>
            <a:ext cx="8520600" cy="10569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g3e92e9ffd75_1_36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g3e92e9ffd75_1_410"/>
          <p:cNvSpPr txBox="1"/>
          <p:nvPr>
            <p:ph idx="1" type="body"/>
          </p:nvPr>
        </p:nvSpPr>
        <p:spPr>
          <a:xfrm>
            <a:off x="457200" y="1481328"/>
            <a:ext cx="8229600" cy="4526100"/>
          </a:xfrm>
          <a:prstGeom prst="rect">
            <a:avLst/>
          </a:prstGeom>
          <a:noFill/>
          <a:ln>
            <a:noFill/>
          </a:ln>
        </p:spPr>
        <p:txBody>
          <a:bodyPr anchorCtr="0" anchor="t" bIns="45700" lIns="91425" spcFirstLastPara="1" rIns="91425" wrap="square" tIns="45700">
            <a:normAutofit/>
          </a:bodyPr>
          <a:lstStyle>
            <a:lvl1pPr indent="-306324" lvl="0" marL="457200" algn="l">
              <a:lnSpc>
                <a:spcPct val="115000"/>
              </a:lnSpc>
              <a:spcBef>
                <a:spcPts val="400"/>
              </a:spcBef>
              <a:spcAft>
                <a:spcPts val="0"/>
              </a:spcAft>
              <a:buSzPts val="1224"/>
              <a:buChar char="●"/>
              <a:defRPr/>
            </a:lvl1pPr>
            <a:lvl2pPr indent="-342900" lvl="1" marL="914400" algn="l">
              <a:lnSpc>
                <a:spcPct val="115000"/>
              </a:lnSpc>
              <a:spcBef>
                <a:spcPts val="324"/>
              </a:spcBef>
              <a:spcAft>
                <a:spcPts val="0"/>
              </a:spcAft>
              <a:buSzPts val="1800"/>
              <a:buChar char="○"/>
              <a:defRPr/>
            </a:lvl2pPr>
            <a:lvl3pPr indent="-342900" lvl="2" marL="1371600" algn="l">
              <a:lnSpc>
                <a:spcPct val="115000"/>
              </a:lnSpc>
              <a:spcBef>
                <a:spcPts val="1200"/>
              </a:spcBef>
              <a:spcAft>
                <a:spcPts val="0"/>
              </a:spcAft>
              <a:buSzPts val="1800"/>
              <a:buChar char="■"/>
              <a:defRPr/>
            </a:lvl3pPr>
            <a:lvl4pPr indent="-342900" lvl="3" marL="1828800" algn="l">
              <a:lnSpc>
                <a:spcPct val="115000"/>
              </a:lnSpc>
              <a:spcBef>
                <a:spcPts val="1200"/>
              </a:spcBef>
              <a:spcAft>
                <a:spcPts val="0"/>
              </a:spcAft>
              <a:buSzPts val="1800"/>
              <a:buChar char="●"/>
              <a:defRPr/>
            </a:lvl4pPr>
            <a:lvl5pPr indent="-342900" lvl="4" marL="2286000" algn="l">
              <a:lnSpc>
                <a:spcPct val="115000"/>
              </a:lnSpc>
              <a:spcBef>
                <a:spcPts val="1200"/>
              </a:spcBef>
              <a:spcAft>
                <a:spcPts val="0"/>
              </a:spcAft>
              <a:buSzPts val="1800"/>
              <a:buChar char="○"/>
              <a:defRPr/>
            </a:lvl5pPr>
            <a:lvl6pPr indent="-342900" lvl="5" marL="2743200" algn="l">
              <a:lnSpc>
                <a:spcPct val="115000"/>
              </a:lnSpc>
              <a:spcBef>
                <a:spcPts val="1200"/>
              </a:spcBef>
              <a:spcAft>
                <a:spcPts val="0"/>
              </a:spcAft>
              <a:buSzPts val="1800"/>
              <a:buChar char="■"/>
              <a:defRPr/>
            </a:lvl6pPr>
            <a:lvl7pPr indent="-342900" lvl="6" marL="3200400" algn="l">
              <a:lnSpc>
                <a:spcPct val="115000"/>
              </a:lnSpc>
              <a:spcBef>
                <a:spcPts val="1200"/>
              </a:spcBef>
              <a:spcAft>
                <a:spcPts val="0"/>
              </a:spcAft>
              <a:buSzPts val="1800"/>
              <a:buChar char="●"/>
              <a:defRPr/>
            </a:lvl7pPr>
            <a:lvl8pPr indent="-342900" lvl="7" marL="3657600" algn="l">
              <a:lnSpc>
                <a:spcPct val="115000"/>
              </a:lnSpc>
              <a:spcBef>
                <a:spcPts val="1200"/>
              </a:spcBef>
              <a:spcAft>
                <a:spcPts val="0"/>
              </a:spcAft>
              <a:buSzPts val="1800"/>
              <a:buChar char="○"/>
              <a:defRPr/>
            </a:lvl8pPr>
            <a:lvl9pPr indent="-342900" lvl="8" marL="4114800" algn="l">
              <a:lnSpc>
                <a:spcPct val="115000"/>
              </a:lnSpc>
              <a:spcBef>
                <a:spcPts val="1200"/>
              </a:spcBef>
              <a:spcAft>
                <a:spcPts val="1200"/>
              </a:spcAft>
              <a:buSzPts val="1800"/>
              <a:buChar char="■"/>
              <a:defRPr/>
            </a:lvl9pPr>
          </a:lstStyle>
          <a:p/>
        </p:txBody>
      </p:sp>
      <p:sp>
        <p:nvSpPr>
          <p:cNvPr id="19" name="Google Shape;19;g3e92e9ffd75_1_410"/>
          <p:cNvSpPr txBox="1"/>
          <p:nvPr>
            <p:ph idx="10" type="dt"/>
          </p:nvPr>
        </p:nvSpPr>
        <p:spPr>
          <a:xfrm>
            <a:off x="6727032" y="6407944"/>
            <a:ext cx="1920300" cy="3657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0" name="Google Shape;20;g3e92e9ffd75_1_410"/>
          <p:cNvSpPr txBox="1"/>
          <p:nvPr>
            <p:ph idx="11" type="ftr"/>
          </p:nvPr>
        </p:nvSpPr>
        <p:spPr>
          <a:xfrm>
            <a:off x="4380072" y="6407944"/>
            <a:ext cx="2350800" cy="365100"/>
          </a:xfrm>
          <a:prstGeom prst="rect">
            <a:avLst/>
          </a:prstGeom>
          <a:noFill/>
          <a:ln>
            <a:noFill/>
          </a:ln>
        </p:spPr>
        <p:txBody>
          <a:bodyPr anchorCtr="0" anchor="b"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1" name="Google Shape;21;g3e92e9ffd75_1_410"/>
          <p:cNvSpPr txBox="1"/>
          <p:nvPr>
            <p:ph idx="12" type="sldNum"/>
          </p:nvPr>
        </p:nvSpPr>
        <p:spPr>
          <a:xfrm>
            <a:off x="8647272" y="6407944"/>
            <a:ext cx="365700" cy="365100"/>
          </a:xfrm>
          <a:prstGeom prst="rect">
            <a:avLst/>
          </a:prstGeom>
          <a:noFill/>
          <a:ln>
            <a:noFill/>
          </a:ln>
        </p:spPr>
        <p:txBody>
          <a:bodyPr anchorCtr="0" anchor="b" bIns="45700" lIns="91425" spcFirstLastPara="1" rIns="91425" wrap="square" tIns="4570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2" name="Google Shape;22;g3e92e9ffd75_1_4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bg>
      <p:bgPr>
        <a:blipFill rotWithShape="1">
          <a:blip r:embed="rId2">
            <a:alphaModFix/>
          </a:blip>
          <a:tile algn="tl" flip="none" tx="0" sx="50003" ty="0" sy="50003"/>
        </a:blipFill>
      </p:bgPr>
    </p:bg>
    <p:spTree>
      <p:nvGrpSpPr>
        <p:cNvPr id="23" name="Shape 23"/>
        <p:cNvGrpSpPr/>
        <p:nvPr/>
      </p:nvGrpSpPr>
      <p:grpSpPr>
        <a:xfrm>
          <a:off x="0" y="0"/>
          <a:ext cx="0" cy="0"/>
          <a:chOff x="0" y="0"/>
          <a:chExt cx="0" cy="0"/>
        </a:xfrm>
      </p:grpSpPr>
      <p:sp>
        <p:nvSpPr>
          <p:cNvPr id="24" name="Google Shape;24;g3e92e9ffd75_1_416"/>
          <p:cNvSpPr txBox="1"/>
          <p:nvPr>
            <p:ph type="title"/>
          </p:nvPr>
        </p:nvSpPr>
        <p:spPr>
          <a:xfrm>
            <a:off x="457200" y="273050"/>
            <a:ext cx="8229600"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4100"/>
              <a:buFont typeface="Lucida Sans"/>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g3e92e9ffd75_1_416"/>
          <p:cNvSpPr txBox="1"/>
          <p:nvPr>
            <p:ph idx="1" type="body"/>
          </p:nvPr>
        </p:nvSpPr>
        <p:spPr>
          <a:xfrm>
            <a:off x="457200" y="5410200"/>
            <a:ext cx="4040100" cy="762000"/>
          </a:xfrm>
          <a:prstGeom prst="rect">
            <a:avLst/>
          </a:prstGeom>
          <a:solidFill>
            <a:schemeClr val="accent1"/>
          </a:solidFill>
          <a:ln cap="flat" cmpd="sng" w="9650">
            <a:solidFill>
              <a:schemeClr val="accent1"/>
            </a:solidFill>
            <a:prstDash val="solid"/>
            <a:miter lim="8000"/>
            <a:headEnd len="sm" w="sm" type="none"/>
            <a:tailEnd len="sm" w="sm" type="none"/>
          </a:ln>
        </p:spPr>
        <p:txBody>
          <a:bodyPr anchorCtr="0" anchor="ctr" bIns="45700" lIns="182875" spcFirstLastPara="1" rIns="91425" wrap="square" tIns="45700">
            <a:normAutofit/>
          </a:bodyPr>
          <a:lstStyle>
            <a:lvl1pPr indent="-228600" lvl="0" marL="457200" algn="l">
              <a:lnSpc>
                <a:spcPct val="115000"/>
              </a:lnSpc>
              <a:spcBef>
                <a:spcPts val="400"/>
              </a:spcBef>
              <a:spcAft>
                <a:spcPts val="0"/>
              </a:spcAft>
              <a:buSzPts val="1632"/>
              <a:buNone/>
              <a:defRPr b="0" sz="2400">
                <a:solidFill>
                  <a:schemeClr val="lt1"/>
                </a:solidFill>
              </a:defRPr>
            </a:lvl1pPr>
            <a:lvl2pPr indent="-228600" lvl="1" marL="914400" algn="l">
              <a:lnSpc>
                <a:spcPct val="115000"/>
              </a:lnSpc>
              <a:spcBef>
                <a:spcPts val="324"/>
              </a:spcBef>
              <a:spcAft>
                <a:spcPts val="0"/>
              </a:spcAft>
              <a:buSzPts val="2000"/>
              <a:buNone/>
              <a:defRPr b="1" sz="2000"/>
            </a:lvl2pPr>
            <a:lvl3pPr indent="-228600" lvl="2" marL="1371600" algn="l">
              <a:lnSpc>
                <a:spcPct val="115000"/>
              </a:lnSpc>
              <a:spcBef>
                <a:spcPts val="1200"/>
              </a:spcBef>
              <a:spcAft>
                <a:spcPts val="0"/>
              </a:spcAft>
              <a:buSzPts val="1800"/>
              <a:buNone/>
              <a:defRPr b="1" sz="1800"/>
            </a:lvl3pPr>
            <a:lvl4pPr indent="-228600" lvl="3" marL="1828800" algn="l">
              <a:lnSpc>
                <a:spcPct val="115000"/>
              </a:lnSpc>
              <a:spcBef>
                <a:spcPts val="1200"/>
              </a:spcBef>
              <a:spcAft>
                <a:spcPts val="0"/>
              </a:spcAft>
              <a:buSzPts val="1600"/>
              <a:buNone/>
              <a:defRPr b="1" sz="1600"/>
            </a:lvl4pPr>
            <a:lvl5pPr indent="-228600" lvl="4" marL="2286000" algn="l">
              <a:lnSpc>
                <a:spcPct val="115000"/>
              </a:lnSpc>
              <a:spcBef>
                <a:spcPts val="1200"/>
              </a:spcBef>
              <a:spcAft>
                <a:spcPts val="0"/>
              </a:spcAft>
              <a:buSzPts val="1600"/>
              <a:buNone/>
              <a:defRPr b="1" sz="1600"/>
            </a:lvl5pPr>
            <a:lvl6pPr indent="-342900" lvl="5" marL="2743200" algn="l">
              <a:lnSpc>
                <a:spcPct val="115000"/>
              </a:lnSpc>
              <a:spcBef>
                <a:spcPts val="1200"/>
              </a:spcBef>
              <a:spcAft>
                <a:spcPts val="0"/>
              </a:spcAft>
              <a:buSzPts val="1800"/>
              <a:buChar char="■"/>
              <a:defRPr/>
            </a:lvl6pPr>
            <a:lvl7pPr indent="-342900" lvl="6" marL="3200400" algn="l">
              <a:lnSpc>
                <a:spcPct val="115000"/>
              </a:lnSpc>
              <a:spcBef>
                <a:spcPts val="1200"/>
              </a:spcBef>
              <a:spcAft>
                <a:spcPts val="0"/>
              </a:spcAft>
              <a:buSzPts val="1800"/>
              <a:buChar char="●"/>
              <a:defRPr/>
            </a:lvl7pPr>
            <a:lvl8pPr indent="-342900" lvl="7" marL="3657600" algn="l">
              <a:lnSpc>
                <a:spcPct val="115000"/>
              </a:lnSpc>
              <a:spcBef>
                <a:spcPts val="1200"/>
              </a:spcBef>
              <a:spcAft>
                <a:spcPts val="0"/>
              </a:spcAft>
              <a:buSzPts val="1800"/>
              <a:buChar char="○"/>
              <a:defRPr/>
            </a:lvl8pPr>
            <a:lvl9pPr indent="-342900" lvl="8" marL="4114800" algn="l">
              <a:lnSpc>
                <a:spcPct val="115000"/>
              </a:lnSpc>
              <a:spcBef>
                <a:spcPts val="1200"/>
              </a:spcBef>
              <a:spcAft>
                <a:spcPts val="1200"/>
              </a:spcAft>
              <a:buSzPts val="1800"/>
              <a:buChar char="■"/>
              <a:defRPr/>
            </a:lvl9pPr>
          </a:lstStyle>
          <a:p/>
        </p:txBody>
      </p:sp>
      <p:sp>
        <p:nvSpPr>
          <p:cNvPr id="26" name="Google Shape;26;g3e92e9ffd75_1_416"/>
          <p:cNvSpPr txBox="1"/>
          <p:nvPr>
            <p:ph idx="2" type="body"/>
          </p:nvPr>
        </p:nvSpPr>
        <p:spPr>
          <a:xfrm>
            <a:off x="4645026" y="5410200"/>
            <a:ext cx="4041900" cy="762000"/>
          </a:xfrm>
          <a:prstGeom prst="rect">
            <a:avLst/>
          </a:prstGeom>
          <a:solidFill>
            <a:schemeClr val="accent1"/>
          </a:solidFill>
          <a:ln cap="flat" cmpd="sng" w="9650">
            <a:solidFill>
              <a:schemeClr val="accent1"/>
            </a:solidFill>
            <a:prstDash val="solid"/>
            <a:miter lim="8000"/>
            <a:headEnd len="sm" w="sm" type="none"/>
            <a:tailEnd len="sm" w="sm" type="none"/>
          </a:ln>
        </p:spPr>
        <p:txBody>
          <a:bodyPr anchorCtr="0" anchor="ctr" bIns="45700" lIns="182875" spcFirstLastPara="1" rIns="91425" wrap="square" tIns="45700">
            <a:normAutofit/>
          </a:bodyPr>
          <a:lstStyle>
            <a:lvl1pPr indent="-228600" lvl="0" marL="457200" algn="l">
              <a:lnSpc>
                <a:spcPct val="115000"/>
              </a:lnSpc>
              <a:spcBef>
                <a:spcPts val="400"/>
              </a:spcBef>
              <a:spcAft>
                <a:spcPts val="0"/>
              </a:spcAft>
              <a:buSzPts val="1632"/>
              <a:buNone/>
              <a:defRPr b="0" sz="2400">
                <a:solidFill>
                  <a:schemeClr val="lt1"/>
                </a:solidFill>
              </a:defRPr>
            </a:lvl1pPr>
            <a:lvl2pPr indent="-228600" lvl="1" marL="914400" algn="l">
              <a:lnSpc>
                <a:spcPct val="115000"/>
              </a:lnSpc>
              <a:spcBef>
                <a:spcPts val="324"/>
              </a:spcBef>
              <a:spcAft>
                <a:spcPts val="0"/>
              </a:spcAft>
              <a:buSzPts val="2000"/>
              <a:buNone/>
              <a:defRPr b="1" sz="2000"/>
            </a:lvl2pPr>
            <a:lvl3pPr indent="-228600" lvl="2" marL="1371600" algn="l">
              <a:lnSpc>
                <a:spcPct val="115000"/>
              </a:lnSpc>
              <a:spcBef>
                <a:spcPts val="1200"/>
              </a:spcBef>
              <a:spcAft>
                <a:spcPts val="0"/>
              </a:spcAft>
              <a:buSzPts val="1800"/>
              <a:buNone/>
              <a:defRPr b="1" sz="1800"/>
            </a:lvl3pPr>
            <a:lvl4pPr indent="-228600" lvl="3" marL="1828800" algn="l">
              <a:lnSpc>
                <a:spcPct val="115000"/>
              </a:lnSpc>
              <a:spcBef>
                <a:spcPts val="1200"/>
              </a:spcBef>
              <a:spcAft>
                <a:spcPts val="0"/>
              </a:spcAft>
              <a:buSzPts val="1600"/>
              <a:buNone/>
              <a:defRPr b="1" sz="1600"/>
            </a:lvl4pPr>
            <a:lvl5pPr indent="-228600" lvl="4" marL="2286000" algn="l">
              <a:lnSpc>
                <a:spcPct val="115000"/>
              </a:lnSpc>
              <a:spcBef>
                <a:spcPts val="1200"/>
              </a:spcBef>
              <a:spcAft>
                <a:spcPts val="0"/>
              </a:spcAft>
              <a:buSzPts val="1600"/>
              <a:buNone/>
              <a:defRPr b="1" sz="1600"/>
            </a:lvl5pPr>
            <a:lvl6pPr indent="-342900" lvl="5" marL="2743200" algn="l">
              <a:lnSpc>
                <a:spcPct val="115000"/>
              </a:lnSpc>
              <a:spcBef>
                <a:spcPts val="1200"/>
              </a:spcBef>
              <a:spcAft>
                <a:spcPts val="0"/>
              </a:spcAft>
              <a:buSzPts val="1800"/>
              <a:buChar char="■"/>
              <a:defRPr/>
            </a:lvl6pPr>
            <a:lvl7pPr indent="-342900" lvl="6" marL="3200400" algn="l">
              <a:lnSpc>
                <a:spcPct val="115000"/>
              </a:lnSpc>
              <a:spcBef>
                <a:spcPts val="1200"/>
              </a:spcBef>
              <a:spcAft>
                <a:spcPts val="0"/>
              </a:spcAft>
              <a:buSzPts val="1800"/>
              <a:buChar char="●"/>
              <a:defRPr/>
            </a:lvl7pPr>
            <a:lvl8pPr indent="-342900" lvl="7" marL="3657600" algn="l">
              <a:lnSpc>
                <a:spcPct val="115000"/>
              </a:lnSpc>
              <a:spcBef>
                <a:spcPts val="1200"/>
              </a:spcBef>
              <a:spcAft>
                <a:spcPts val="0"/>
              </a:spcAft>
              <a:buSzPts val="1800"/>
              <a:buChar char="○"/>
              <a:defRPr/>
            </a:lvl8pPr>
            <a:lvl9pPr indent="-342900" lvl="8" marL="4114800" algn="l">
              <a:lnSpc>
                <a:spcPct val="115000"/>
              </a:lnSpc>
              <a:spcBef>
                <a:spcPts val="1200"/>
              </a:spcBef>
              <a:spcAft>
                <a:spcPts val="1200"/>
              </a:spcAft>
              <a:buSzPts val="1800"/>
              <a:buChar char="■"/>
              <a:defRPr/>
            </a:lvl9pPr>
          </a:lstStyle>
          <a:p/>
        </p:txBody>
      </p:sp>
      <p:sp>
        <p:nvSpPr>
          <p:cNvPr id="27" name="Google Shape;27;g3e92e9ffd75_1_416"/>
          <p:cNvSpPr txBox="1"/>
          <p:nvPr>
            <p:ph idx="3" type="body"/>
          </p:nvPr>
        </p:nvSpPr>
        <p:spPr>
          <a:xfrm>
            <a:off x="457200" y="1444294"/>
            <a:ext cx="4040100" cy="3941700"/>
          </a:xfrm>
          <a:prstGeom prst="rect">
            <a:avLst/>
          </a:prstGeom>
          <a:noFill/>
          <a:ln>
            <a:noFill/>
          </a:ln>
        </p:spPr>
        <p:txBody>
          <a:bodyPr anchorCtr="0" anchor="t" bIns="45700" lIns="91425" spcFirstLastPara="1" rIns="91425" wrap="square" tIns="45700">
            <a:normAutofit/>
          </a:bodyPr>
          <a:lstStyle>
            <a:lvl1pPr indent="-332232" lvl="0" marL="457200" algn="l">
              <a:lnSpc>
                <a:spcPct val="115000"/>
              </a:lnSpc>
              <a:spcBef>
                <a:spcPts val="400"/>
              </a:spcBef>
              <a:spcAft>
                <a:spcPts val="0"/>
              </a:spcAft>
              <a:buSzPts val="1632"/>
              <a:buChar char="●"/>
              <a:defRPr sz="2400"/>
            </a:lvl1pPr>
            <a:lvl2pPr indent="-355600" lvl="1" marL="914400" algn="l">
              <a:lnSpc>
                <a:spcPct val="115000"/>
              </a:lnSpc>
              <a:spcBef>
                <a:spcPts val="324"/>
              </a:spcBef>
              <a:spcAft>
                <a:spcPts val="0"/>
              </a:spcAft>
              <a:buSzPts val="2000"/>
              <a:buChar char="○"/>
              <a:defRPr sz="2000"/>
            </a:lvl2pPr>
            <a:lvl3pPr indent="-342900" lvl="2" marL="1371600" algn="l">
              <a:lnSpc>
                <a:spcPct val="115000"/>
              </a:lnSpc>
              <a:spcBef>
                <a:spcPts val="1200"/>
              </a:spcBef>
              <a:spcAft>
                <a:spcPts val="0"/>
              </a:spcAft>
              <a:buSzPts val="1800"/>
              <a:buChar char="■"/>
              <a:defRPr sz="1800"/>
            </a:lvl3pPr>
            <a:lvl4pPr indent="-330200" lvl="3" marL="1828800" algn="l">
              <a:lnSpc>
                <a:spcPct val="115000"/>
              </a:lnSpc>
              <a:spcBef>
                <a:spcPts val="1200"/>
              </a:spcBef>
              <a:spcAft>
                <a:spcPts val="0"/>
              </a:spcAft>
              <a:buSzPts val="1600"/>
              <a:buChar char="●"/>
              <a:defRPr sz="1600"/>
            </a:lvl4pPr>
            <a:lvl5pPr indent="-330200" lvl="4" marL="2286000" algn="l">
              <a:lnSpc>
                <a:spcPct val="115000"/>
              </a:lnSpc>
              <a:spcBef>
                <a:spcPts val="1200"/>
              </a:spcBef>
              <a:spcAft>
                <a:spcPts val="0"/>
              </a:spcAft>
              <a:buSzPts val="1600"/>
              <a:buChar char="○"/>
              <a:defRPr sz="1600"/>
            </a:lvl5pPr>
            <a:lvl6pPr indent="-342900" lvl="5" marL="2743200" algn="l">
              <a:lnSpc>
                <a:spcPct val="115000"/>
              </a:lnSpc>
              <a:spcBef>
                <a:spcPts val="1200"/>
              </a:spcBef>
              <a:spcAft>
                <a:spcPts val="0"/>
              </a:spcAft>
              <a:buSzPts val="1800"/>
              <a:buChar char="■"/>
              <a:defRPr/>
            </a:lvl6pPr>
            <a:lvl7pPr indent="-342900" lvl="6" marL="3200400" algn="l">
              <a:lnSpc>
                <a:spcPct val="115000"/>
              </a:lnSpc>
              <a:spcBef>
                <a:spcPts val="1200"/>
              </a:spcBef>
              <a:spcAft>
                <a:spcPts val="0"/>
              </a:spcAft>
              <a:buSzPts val="1800"/>
              <a:buChar char="●"/>
              <a:defRPr/>
            </a:lvl7pPr>
            <a:lvl8pPr indent="-342900" lvl="7" marL="3657600" algn="l">
              <a:lnSpc>
                <a:spcPct val="115000"/>
              </a:lnSpc>
              <a:spcBef>
                <a:spcPts val="1200"/>
              </a:spcBef>
              <a:spcAft>
                <a:spcPts val="0"/>
              </a:spcAft>
              <a:buSzPts val="1800"/>
              <a:buChar char="○"/>
              <a:defRPr/>
            </a:lvl8pPr>
            <a:lvl9pPr indent="-342900" lvl="8" marL="4114800" algn="l">
              <a:lnSpc>
                <a:spcPct val="115000"/>
              </a:lnSpc>
              <a:spcBef>
                <a:spcPts val="1200"/>
              </a:spcBef>
              <a:spcAft>
                <a:spcPts val="1200"/>
              </a:spcAft>
              <a:buSzPts val="1800"/>
              <a:buChar char="■"/>
              <a:defRPr/>
            </a:lvl9pPr>
          </a:lstStyle>
          <a:p/>
        </p:txBody>
      </p:sp>
      <p:sp>
        <p:nvSpPr>
          <p:cNvPr id="28" name="Google Shape;28;g3e92e9ffd75_1_416"/>
          <p:cNvSpPr txBox="1"/>
          <p:nvPr>
            <p:ph idx="4" type="body"/>
          </p:nvPr>
        </p:nvSpPr>
        <p:spPr>
          <a:xfrm>
            <a:off x="4645025" y="1444294"/>
            <a:ext cx="4041900" cy="3941700"/>
          </a:xfrm>
          <a:prstGeom prst="rect">
            <a:avLst/>
          </a:prstGeom>
          <a:noFill/>
          <a:ln>
            <a:noFill/>
          </a:ln>
        </p:spPr>
        <p:txBody>
          <a:bodyPr anchorCtr="0" anchor="t" bIns="45700" lIns="91425" spcFirstLastPara="1" rIns="91425" wrap="square" tIns="45700">
            <a:normAutofit/>
          </a:bodyPr>
          <a:lstStyle>
            <a:lvl1pPr indent="-332232" lvl="0" marL="457200" algn="l">
              <a:lnSpc>
                <a:spcPct val="115000"/>
              </a:lnSpc>
              <a:spcBef>
                <a:spcPts val="0"/>
              </a:spcBef>
              <a:spcAft>
                <a:spcPts val="0"/>
              </a:spcAft>
              <a:buSzPts val="1632"/>
              <a:buChar char="●"/>
              <a:defRPr sz="2400"/>
            </a:lvl1pPr>
            <a:lvl2pPr indent="-355600" lvl="1" marL="914400" algn="l">
              <a:lnSpc>
                <a:spcPct val="115000"/>
              </a:lnSpc>
              <a:spcBef>
                <a:spcPts val="324"/>
              </a:spcBef>
              <a:spcAft>
                <a:spcPts val="0"/>
              </a:spcAft>
              <a:buSzPts val="2000"/>
              <a:buChar char="○"/>
              <a:defRPr sz="2000"/>
            </a:lvl2pPr>
            <a:lvl3pPr indent="-342900" lvl="2" marL="1371600" algn="l">
              <a:lnSpc>
                <a:spcPct val="115000"/>
              </a:lnSpc>
              <a:spcBef>
                <a:spcPts val="1200"/>
              </a:spcBef>
              <a:spcAft>
                <a:spcPts val="0"/>
              </a:spcAft>
              <a:buSzPts val="1800"/>
              <a:buChar char="■"/>
              <a:defRPr sz="1800"/>
            </a:lvl3pPr>
            <a:lvl4pPr indent="-330200" lvl="3" marL="1828800" algn="l">
              <a:lnSpc>
                <a:spcPct val="115000"/>
              </a:lnSpc>
              <a:spcBef>
                <a:spcPts val="1200"/>
              </a:spcBef>
              <a:spcAft>
                <a:spcPts val="0"/>
              </a:spcAft>
              <a:buSzPts val="1600"/>
              <a:buChar char="●"/>
              <a:defRPr sz="1600"/>
            </a:lvl4pPr>
            <a:lvl5pPr indent="-330200" lvl="4" marL="2286000" algn="l">
              <a:lnSpc>
                <a:spcPct val="115000"/>
              </a:lnSpc>
              <a:spcBef>
                <a:spcPts val="1200"/>
              </a:spcBef>
              <a:spcAft>
                <a:spcPts val="0"/>
              </a:spcAft>
              <a:buSzPts val="1600"/>
              <a:buChar char="○"/>
              <a:defRPr sz="1600"/>
            </a:lvl5pPr>
            <a:lvl6pPr indent="-342900" lvl="5" marL="2743200" algn="l">
              <a:lnSpc>
                <a:spcPct val="115000"/>
              </a:lnSpc>
              <a:spcBef>
                <a:spcPts val="1200"/>
              </a:spcBef>
              <a:spcAft>
                <a:spcPts val="0"/>
              </a:spcAft>
              <a:buSzPts val="1800"/>
              <a:buChar char="■"/>
              <a:defRPr/>
            </a:lvl6pPr>
            <a:lvl7pPr indent="-342900" lvl="6" marL="3200400" algn="l">
              <a:lnSpc>
                <a:spcPct val="115000"/>
              </a:lnSpc>
              <a:spcBef>
                <a:spcPts val="1200"/>
              </a:spcBef>
              <a:spcAft>
                <a:spcPts val="0"/>
              </a:spcAft>
              <a:buSzPts val="1800"/>
              <a:buChar char="●"/>
              <a:defRPr/>
            </a:lvl7pPr>
            <a:lvl8pPr indent="-342900" lvl="7" marL="3657600" algn="l">
              <a:lnSpc>
                <a:spcPct val="115000"/>
              </a:lnSpc>
              <a:spcBef>
                <a:spcPts val="1200"/>
              </a:spcBef>
              <a:spcAft>
                <a:spcPts val="0"/>
              </a:spcAft>
              <a:buSzPts val="1800"/>
              <a:buChar char="○"/>
              <a:defRPr/>
            </a:lvl8pPr>
            <a:lvl9pPr indent="-342900" lvl="8" marL="4114800" algn="l">
              <a:lnSpc>
                <a:spcPct val="115000"/>
              </a:lnSpc>
              <a:spcBef>
                <a:spcPts val="1200"/>
              </a:spcBef>
              <a:spcAft>
                <a:spcPts val="1200"/>
              </a:spcAft>
              <a:buSzPts val="1800"/>
              <a:buChar char="■"/>
              <a:defRPr/>
            </a:lvl9pPr>
          </a:lstStyle>
          <a:p/>
        </p:txBody>
      </p:sp>
      <p:sp>
        <p:nvSpPr>
          <p:cNvPr id="29" name="Google Shape;29;g3e92e9ffd75_1_416"/>
          <p:cNvSpPr txBox="1"/>
          <p:nvPr>
            <p:ph idx="10" type="dt"/>
          </p:nvPr>
        </p:nvSpPr>
        <p:spPr>
          <a:xfrm>
            <a:off x="6727032" y="6407944"/>
            <a:ext cx="1920300" cy="3657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0" name="Google Shape;30;g3e92e9ffd75_1_416"/>
          <p:cNvSpPr txBox="1"/>
          <p:nvPr>
            <p:ph idx="11" type="ftr"/>
          </p:nvPr>
        </p:nvSpPr>
        <p:spPr>
          <a:xfrm>
            <a:off x="4380072" y="6407944"/>
            <a:ext cx="2350800" cy="365100"/>
          </a:xfrm>
          <a:prstGeom prst="rect">
            <a:avLst/>
          </a:prstGeom>
          <a:noFill/>
          <a:ln>
            <a:noFill/>
          </a:ln>
        </p:spPr>
        <p:txBody>
          <a:bodyPr anchorCtr="0" anchor="b"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1" name="Google Shape;31;g3e92e9ffd75_1_416"/>
          <p:cNvSpPr txBox="1"/>
          <p:nvPr>
            <p:ph idx="12" type="sldNum"/>
          </p:nvPr>
        </p:nvSpPr>
        <p:spPr>
          <a:xfrm>
            <a:off x="8647272" y="6407944"/>
            <a:ext cx="365700" cy="365100"/>
          </a:xfrm>
          <a:prstGeom prst="rect">
            <a:avLst/>
          </a:prstGeom>
          <a:noFill/>
          <a:ln>
            <a:noFill/>
          </a:ln>
        </p:spPr>
        <p:txBody>
          <a:bodyPr anchorCtr="0" anchor="b" bIns="45700" lIns="91425" spcFirstLastPara="1" rIns="91425" wrap="square" tIns="4570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g3e92e9ffd75_1_373"/>
          <p:cNvSpPr txBox="1"/>
          <p:nvPr>
            <p:ph type="title"/>
          </p:nvPr>
        </p:nvSpPr>
        <p:spPr>
          <a:xfrm>
            <a:off x="311700" y="2867800"/>
            <a:ext cx="8520600" cy="112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4" name="Google Shape;34;g3e92e9ffd75_1_37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5" name="Shape 35"/>
        <p:cNvGrpSpPr/>
        <p:nvPr/>
      </p:nvGrpSpPr>
      <p:grpSpPr>
        <a:xfrm>
          <a:off x="0" y="0"/>
          <a:ext cx="0" cy="0"/>
          <a:chOff x="0" y="0"/>
          <a:chExt cx="0" cy="0"/>
        </a:xfrm>
      </p:grpSpPr>
      <p:sp>
        <p:nvSpPr>
          <p:cNvPr id="36" name="Google Shape;36;g3e92e9ffd75_1_37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 name="Google Shape;37;g3e92e9ffd75_1_376"/>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8" name="Google Shape;38;g3e92e9ffd75_1_37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 name="Shape 39"/>
        <p:cNvGrpSpPr/>
        <p:nvPr/>
      </p:nvGrpSpPr>
      <p:grpSpPr>
        <a:xfrm>
          <a:off x="0" y="0"/>
          <a:ext cx="0" cy="0"/>
          <a:chOff x="0" y="0"/>
          <a:chExt cx="0" cy="0"/>
        </a:xfrm>
      </p:grpSpPr>
      <p:sp>
        <p:nvSpPr>
          <p:cNvPr id="40" name="Google Shape;40;g3e92e9ffd75_1_380"/>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1" name="Google Shape;41;g3e92e9ffd75_1_380"/>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2" name="Google Shape;42;g3e92e9ffd75_1_380"/>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3" name="Google Shape;43;g3e92e9ffd75_1_38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g3e92e9ffd75_1_385"/>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6" name="Google Shape;46;g3e92e9ffd75_1_38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g3e92e9ffd75_1_388"/>
          <p:cNvSpPr txBox="1"/>
          <p:nvPr>
            <p:ph type="title"/>
          </p:nvPr>
        </p:nvSpPr>
        <p:spPr>
          <a:xfrm>
            <a:off x="311700" y="740800"/>
            <a:ext cx="2808000" cy="1007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9" name="Google Shape;49;g3e92e9ffd75_1_388"/>
          <p:cNvSpPr txBox="1"/>
          <p:nvPr>
            <p:ph idx="1" type="body"/>
          </p:nvPr>
        </p:nvSpPr>
        <p:spPr>
          <a:xfrm>
            <a:off x="311700" y="1852800"/>
            <a:ext cx="2808000" cy="42393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0" name="Google Shape;50;g3e92e9ffd75_1_388"/>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1" name="Shape 51"/>
        <p:cNvGrpSpPr/>
        <p:nvPr/>
      </p:nvGrpSpPr>
      <p:grpSpPr>
        <a:xfrm>
          <a:off x="0" y="0"/>
          <a:ext cx="0" cy="0"/>
          <a:chOff x="0" y="0"/>
          <a:chExt cx="0" cy="0"/>
        </a:xfrm>
      </p:grpSpPr>
      <p:sp>
        <p:nvSpPr>
          <p:cNvPr id="52" name="Google Shape;52;g3e92e9ffd75_1_392"/>
          <p:cNvSpPr txBox="1"/>
          <p:nvPr>
            <p:ph type="title"/>
          </p:nvPr>
        </p:nvSpPr>
        <p:spPr>
          <a:xfrm>
            <a:off x="490250" y="600200"/>
            <a:ext cx="6367800" cy="5454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3" name="Google Shape;53;g3e92e9ffd75_1_39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4" name="Shape 54"/>
        <p:cNvGrpSpPr/>
        <p:nvPr/>
      </p:nvGrpSpPr>
      <p:grpSpPr>
        <a:xfrm>
          <a:off x="0" y="0"/>
          <a:ext cx="0" cy="0"/>
          <a:chOff x="0" y="0"/>
          <a:chExt cx="0" cy="0"/>
        </a:xfrm>
      </p:grpSpPr>
      <p:sp>
        <p:nvSpPr>
          <p:cNvPr id="55" name="Google Shape;55;g3e92e9ffd75_1_395"/>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g3e92e9ffd75_1_395"/>
          <p:cNvSpPr txBox="1"/>
          <p:nvPr>
            <p:ph type="title"/>
          </p:nvPr>
        </p:nvSpPr>
        <p:spPr>
          <a:xfrm>
            <a:off x="265500" y="1644233"/>
            <a:ext cx="40452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7" name="Google Shape;57;g3e92e9ffd75_1_395"/>
          <p:cNvSpPr txBox="1"/>
          <p:nvPr>
            <p:ph idx="1" type="subTitle"/>
          </p:nvPr>
        </p:nvSpPr>
        <p:spPr>
          <a:xfrm>
            <a:off x="265500" y="3737433"/>
            <a:ext cx="4045200" cy="1646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8" name="Google Shape;58;g3e92e9ffd75_1_395"/>
          <p:cNvSpPr txBox="1"/>
          <p:nvPr>
            <p:ph idx="2" type="body"/>
          </p:nvPr>
        </p:nvSpPr>
        <p:spPr>
          <a:xfrm>
            <a:off x="4939500" y="965433"/>
            <a:ext cx="3837000" cy="49269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9" name="Google Shape;59;g3e92e9ffd75_1_39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 name="Shape 60"/>
        <p:cNvGrpSpPr/>
        <p:nvPr/>
      </p:nvGrpSpPr>
      <p:grpSpPr>
        <a:xfrm>
          <a:off x="0" y="0"/>
          <a:ext cx="0" cy="0"/>
          <a:chOff x="0" y="0"/>
          <a:chExt cx="0" cy="0"/>
        </a:xfrm>
      </p:grpSpPr>
      <p:sp>
        <p:nvSpPr>
          <p:cNvPr id="61" name="Google Shape;61;g3e92e9ffd75_1_401"/>
          <p:cNvSpPr txBox="1"/>
          <p:nvPr>
            <p:ph idx="1" type="body"/>
          </p:nvPr>
        </p:nvSpPr>
        <p:spPr>
          <a:xfrm>
            <a:off x="311700" y="5640767"/>
            <a:ext cx="5998800" cy="8067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62" name="Google Shape;62;g3e92e9ffd75_1_40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3" name="Shape 63"/>
        <p:cNvGrpSpPr/>
        <p:nvPr/>
      </p:nvGrpSpPr>
      <p:grpSpPr>
        <a:xfrm>
          <a:off x="0" y="0"/>
          <a:ext cx="0" cy="0"/>
          <a:chOff x="0" y="0"/>
          <a:chExt cx="0" cy="0"/>
        </a:xfrm>
      </p:grpSpPr>
      <p:sp>
        <p:nvSpPr>
          <p:cNvPr id="64" name="Google Shape;64;g3e92e9ffd75_1_404"/>
          <p:cNvSpPr txBox="1"/>
          <p:nvPr>
            <p:ph hasCustomPrompt="1" type="title"/>
          </p:nvPr>
        </p:nvSpPr>
        <p:spPr>
          <a:xfrm>
            <a:off x="311700" y="1474833"/>
            <a:ext cx="8520600" cy="2618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5" name="Google Shape;65;g3e92e9ffd75_1_404"/>
          <p:cNvSpPr txBox="1"/>
          <p:nvPr>
            <p:ph idx="1" type="body"/>
          </p:nvPr>
        </p:nvSpPr>
        <p:spPr>
          <a:xfrm>
            <a:off x="311700" y="4202967"/>
            <a:ext cx="8520600" cy="1734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6" name="Google Shape;66;g3e92e9ffd75_1_40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7" name="Shape 67"/>
        <p:cNvGrpSpPr/>
        <p:nvPr/>
      </p:nvGrpSpPr>
      <p:grpSpPr>
        <a:xfrm>
          <a:off x="0" y="0"/>
          <a:ext cx="0" cy="0"/>
          <a:chOff x="0" y="0"/>
          <a:chExt cx="0" cy="0"/>
        </a:xfrm>
      </p:grpSpPr>
      <p:sp>
        <p:nvSpPr>
          <p:cNvPr id="68" name="Google Shape;68;g3e92e9ffd75_1_408"/>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3e92e9ffd75_1_365"/>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1" name="Google Shape;11;g3e92e9ffd75_1_365"/>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2" name="Google Shape;12;g3e92e9ffd75_1_36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8.jpg"/><Relationship Id="rId5" Type="http://schemas.openxmlformats.org/officeDocument/2006/relationships/image" Target="../media/image12.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g3e92e9ffd75_1_60"/>
          <p:cNvSpPr txBox="1"/>
          <p:nvPr>
            <p:ph type="ctrTitle"/>
          </p:nvPr>
        </p:nvSpPr>
        <p:spPr>
          <a:xfrm>
            <a:off x="990600" y="1543673"/>
            <a:ext cx="6858000" cy="12453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36667"/>
              <a:buFont typeface="Calibri"/>
              <a:buNone/>
            </a:pPr>
            <a:r>
              <a:rPr b="1" i="0" lang="en-US" sz="3000" u="none">
                <a:solidFill>
                  <a:srgbClr val="980000"/>
                </a:solidFill>
                <a:latin typeface="Calibri"/>
                <a:ea typeface="Calibri"/>
                <a:cs typeface="Calibri"/>
                <a:sym typeface="Calibri"/>
              </a:rPr>
              <a:t>Lecture</a:t>
            </a:r>
            <a:r>
              <a:rPr b="1" lang="en-US" sz="3000">
                <a:solidFill>
                  <a:srgbClr val="980000"/>
                </a:solidFill>
                <a:latin typeface="Calibri"/>
                <a:ea typeface="Calibri"/>
                <a:cs typeface="Calibri"/>
                <a:sym typeface="Calibri"/>
              </a:rPr>
              <a:t> </a:t>
            </a:r>
            <a:r>
              <a:rPr b="1" lang="en-US" sz="3000">
                <a:solidFill>
                  <a:srgbClr val="980000"/>
                </a:solidFill>
                <a:latin typeface="Calibri"/>
                <a:ea typeface="Calibri"/>
                <a:cs typeface="Calibri"/>
                <a:sym typeface="Calibri"/>
              </a:rPr>
              <a:t>9</a:t>
            </a:r>
            <a:endParaRPr b="1" sz="3000">
              <a:solidFill>
                <a:srgbClr val="980000"/>
              </a:solidFill>
              <a:latin typeface="Calibri"/>
              <a:ea typeface="Calibri"/>
              <a:cs typeface="Calibri"/>
              <a:sym typeface="Calibri"/>
            </a:endParaRPr>
          </a:p>
          <a:p>
            <a:pPr indent="0" lvl="0" marL="0" rtl="0" algn="ctr">
              <a:lnSpc>
                <a:spcPct val="90000"/>
              </a:lnSpc>
              <a:spcBef>
                <a:spcPts val="0"/>
              </a:spcBef>
              <a:spcAft>
                <a:spcPts val="0"/>
              </a:spcAft>
              <a:buClr>
                <a:schemeClr val="dk1"/>
              </a:buClr>
              <a:buSzPct val="115493"/>
              <a:buFont typeface="Calibri"/>
              <a:buNone/>
            </a:pPr>
            <a:r>
              <a:rPr b="1" lang="en-US" sz="3550">
                <a:latin typeface="Calibri"/>
                <a:ea typeface="Calibri"/>
                <a:cs typeface="Calibri"/>
                <a:sym typeface="Calibri"/>
              </a:rPr>
              <a:t>Color Model</a:t>
            </a:r>
            <a:br>
              <a:rPr b="0" i="0" lang="en-US" sz="4100" u="none">
                <a:solidFill>
                  <a:schemeClr val="dk1"/>
                </a:solidFill>
                <a:latin typeface="Calibri"/>
                <a:ea typeface="Calibri"/>
                <a:cs typeface="Calibri"/>
                <a:sym typeface="Calibri"/>
              </a:rPr>
            </a:br>
            <a:endParaRPr/>
          </a:p>
        </p:txBody>
      </p:sp>
      <p:sp>
        <p:nvSpPr>
          <p:cNvPr descr="Diu Logo PNG Images - CleanPNG" id="75" name="Google Shape;75;g3e92e9ffd75_1_60"/>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76" name="Google Shape;76;g3e92e9ffd75_1_60"/>
          <p:cNvPicPr preferRelativeResize="0"/>
          <p:nvPr/>
        </p:nvPicPr>
        <p:blipFill rotWithShape="1">
          <a:blip r:embed="rId3">
            <a:alphaModFix/>
          </a:blip>
          <a:srcRect b="0" l="0" r="0" t="0"/>
          <a:stretch/>
        </p:blipFill>
        <p:spPr>
          <a:xfrm>
            <a:off x="3733800" y="381000"/>
            <a:ext cx="1371600" cy="685800"/>
          </a:xfrm>
          <a:prstGeom prst="rect">
            <a:avLst/>
          </a:prstGeom>
          <a:noFill/>
          <a:ln>
            <a:noFill/>
          </a:ln>
        </p:spPr>
      </p:pic>
      <p:sp>
        <p:nvSpPr>
          <p:cNvPr id="77" name="Google Shape;77;g3e92e9ffd75_1_60"/>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78" name="Google Shape;78;g3e92e9ffd75_1_60"/>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79" name="Google Shape;79;g3e92e9ffd75_1_60"/>
          <p:cNvPicPr preferRelativeResize="0"/>
          <p:nvPr/>
        </p:nvPicPr>
        <p:blipFill rotWithShape="1">
          <a:blip r:embed="rId4">
            <a:alphaModFix/>
          </a:blip>
          <a:srcRect b="0" l="0" r="0" t="0"/>
          <a:stretch/>
        </p:blipFill>
        <p:spPr>
          <a:xfrm>
            <a:off x="3072091" y="2312858"/>
            <a:ext cx="2851600" cy="2127725"/>
          </a:xfrm>
          <a:prstGeom prst="rect">
            <a:avLst/>
          </a:prstGeom>
          <a:noFill/>
          <a:ln>
            <a:noFill/>
          </a:ln>
        </p:spPr>
      </p:pic>
      <p:graphicFrame>
        <p:nvGraphicFramePr>
          <p:cNvPr id="80" name="Google Shape;80;g3e92e9ffd75_1_60"/>
          <p:cNvGraphicFramePr/>
          <p:nvPr/>
        </p:nvGraphicFramePr>
        <p:xfrm>
          <a:off x="1551262" y="4682283"/>
          <a:ext cx="3000000" cy="3000000"/>
        </p:xfrm>
        <a:graphic>
          <a:graphicData uri="http://schemas.openxmlformats.org/drawingml/2006/table">
            <a:tbl>
              <a:tblPr>
                <a:noFill/>
                <a:tableStyleId>{64AE1CE5-EEE6-4122-8FDF-42C809E9EE6C}</a:tableStyleId>
              </a:tblPr>
              <a:tblGrid>
                <a:gridCol w="3873550"/>
                <a:gridCol w="2766750"/>
              </a:tblGrid>
              <a:tr h="381000">
                <a:tc>
                  <a:txBody>
                    <a:bodyPr/>
                    <a:lstStyle/>
                    <a:p>
                      <a:pPr indent="0" lvl="0" marL="0" rtl="0" algn="l">
                        <a:lnSpc>
                          <a:spcPct val="90000"/>
                        </a:lnSpc>
                        <a:spcBef>
                          <a:spcPts val="700"/>
                        </a:spcBef>
                        <a:spcAft>
                          <a:spcPts val="0"/>
                        </a:spcAft>
                        <a:buClr>
                          <a:srgbClr val="000000"/>
                        </a:buClr>
                        <a:buSzPts val="1800"/>
                        <a:buFont typeface="Arial"/>
                        <a:buNone/>
                      </a:pPr>
                      <a:r>
                        <a:rPr b="1" lang="en-US" sz="1700">
                          <a:solidFill>
                            <a:srgbClr val="000000"/>
                          </a:solidFill>
                          <a:latin typeface="Cambria"/>
                          <a:ea typeface="Cambria"/>
                          <a:cs typeface="Cambria"/>
                          <a:sym typeface="Cambria"/>
                        </a:rPr>
                        <a:t>Prepared by</a:t>
                      </a:r>
                      <a:endParaRPr b="1" sz="1700">
                        <a:solidFill>
                          <a:srgbClr val="000000"/>
                        </a:solidFill>
                        <a:latin typeface="Cambria"/>
                        <a:ea typeface="Cambria"/>
                        <a:cs typeface="Cambria"/>
                        <a:sym typeface="Cambria"/>
                      </a:endParaRPr>
                    </a:p>
                    <a:p>
                      <a:pPr indent="0" lvl="0" marL="0" rtl="0" algn="l">
                        <a:lnSpc>
                          <a:spcPct val="90000"/>
                        </a:lnSpc>
                        <a:spcBef>
                          <a:spcPts val="750"/>
                        </a:spcBef>
                        <a:spcAft>
                          <a:spcPts val="0"/>
                        </a:spcAft>
                        <a:buNone/>
                      </a:pPr>
                      <a:r>
                        <a:rPr lang="en-US" sz="1700">
                          <a:solidFill>
                            <a:srgbClr val="000000"/>
                          </a:solidFill>
                          <a:latin typeface="Cambria"/>
                          <a:ea typeface="Cambria"/>
                          <a:cs typeface="Cambria"/>
                          <a:sym typeface="Cambria"/>
                        </a:rPr>
                        <a:t>Tapasy Rabeya</a:t>
                      </a:r>
                      <a:endParaRPr sz="1700">
                        <a:solidFill>
                          <a:srgbClr val="000000"/>
                        </a:solidFill>
                        <a:latin typeface="Cambria"/>
                        <a:ea typeface="Cambria"/>
                        <a:cs typeface="Cambria"/>
                        <a:sym typeface="Cambria"/>
                      </a:endParaRPr>
                    </a:p>
                    <a:p>
                      <a:pPr indent="0" lvl="0" marL="0" rtl="0" algn="l">
                        <a:lnSpc>
                          <a:spcPct val="90000"/>
                        </a:lnSpc>
                        <a:spcBef>
                          <a:spcPts val="750"/>
                        </a:spcBef>
                        <a:spcAft>
                          <a:spcPts val="0"/>
                        </a:spcAft>
                        <a:buNone/>
                      </a:pPr>
                      <a:r>
                        <a:rPr lang="en-US" sz="1700">
                          <a:solidFill>
                            <a:srgbClr val="000000"/>
                          </a:solidFill>
                          <a:latin typeface="Cambria"/>
                          <a:ea typeface="Cambria"/>
                          <a:cs typeface="Cambria"/>
                          <a:sym typeface="Cambria"/>
                        </a:rPr>
                        <a:t>Senior Lecturer</a:t>
                      </a:r>
                      <a:endParaRPr sz="1700">
                        <a:solidFill>
                          <a:srgbClr val="000000"/>
                        </a:solidFill>
                        <a:latin typeface="Cambria"/>
                        <a:ea typeface="Cambria"/>
                        <a:cs typeface="Cambria"/>
                        <a:sym typeface="Cambria"/>
                      </a:endParaRPr>
                    </a:p>
                    <a:p>
                      <a:pPr indent="0" lvl="0" marL="0" rtl="0" algn="l">
                        <a:lnSpc>
                          <a:spcPct val="90000"/>
                        </a:lnSpc>
                        <a:spcBef>
                          <a:spcPts val="750"/>
                        </a:spcBef>
                        <a:spcAft>
                          <a:spcPts val="0"/>
                        </a:spcAft>
                        <a:buClr>
                          <a:srgbClr val="000000"/>
                        </a:buClr>
                        <a:buSzPts val="1800"/>
                        <a:buFont typeface="Arial"/>
                        <a:buNone/>
                      </a:pPr>
                      <a:r>
                        <a:rPr lang="en-US" sz="1700">
                          <a:solidFill>
                            <a:srgbClr val="000000"/>
                          </a:solidFill>
                          <a:latin typeface="Cambria"/>
                          <a:ea typeface="Cambria"/>
                          <a:cs typeface="Cambria"/>
                          <a:sym typeface="Cambria"/>
                        </a:rPr>
                        <a:t>CSE, DIU</a:t>
                      </a:r>
                      <a:endParaRPr sz="1700">
                        <a:solidFill>
                          <a:srgbClr val="000000"/>
                        </a:solidFill>
                        <a:latin typeface="Cambria"/>
                        <a:ea typeface="Cambria"/>
                        <a:cs typeface="Cambria"/>
                        <a:sym typeface="Cambri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90000"/>
                        </a:lnSpc>
                        <a:spcBef>
                          <a:spcPts val="700"/>
                        </a:spcBef>
                        <a:spcAft>
                          <a:spcPts val="0"/>
                        </a:spcAft>
                        <a:buClr>
                          <a:srgbClr val="000000"/>
                        </a:buClr>
                        <a:buSzPts val="1800"/>
                        <a:buFont typeface="Arial"/>
                        <a:buNone/>
                      </a:pPr>
                      <a:r>
                        <a:rPr b="1" lang="en-US" sz="1700">
                          <a:latin typeface="Cambria"/>
                          <a:ea typeface="Cambria"/>
                          <a:cs typeface="Cambria"/>
                          <a:sym typeface="Cambria"/>
                        </a:rPr>
                        <a:t>Updated by</a:t>
                      </a:r>
                      <a:endParaRPr b="1" sz="1700">
                        <a:solidFill>
                          <a:srgbClr val="000000"/>
                        </a:solidFill>
                        <a:latin typeface="Cambria"/>
                        <a:ea typeface="Cambria"/>
                        <a:cs typeface="Cambria"/>
                        <a:sym typeface="Cambria"/>
                      </a:endParaRPr>
                    </a:p>
                    <a:p>
                      <a:pPr indent="0" lvl="0" marL="0" rtl="0" algn="l">
                        <a:lnSpc>
                          <a:spcPct val="90000"/>
                        </a:lnSpc>
                        <a:spcBef>
                          <a:spcPts val="700"/>
                        </a:spcBef>
                        <a:spcAft>
                          <a:spcPts val="0"/>
                        </a:spcAft>
                        <a:buNone/>
                      </a:pPr>
                      <a:r>
                        <a:rPr lang="en-US" sz="1700">
                          <a:solidFill>
                            <a:srgbClr val="000000"/>
                          </a:solidFill>
                          <a:latin typeface="Cambria"/>
                          <a:ea typeface="Cambria"/>
                          <a:cs typeface="Cambria"/>
                          <a:sym typeface="Cambria"/>
                        </a:rPr>
                        <a:t>Nushrat Jahan Oyshi</a:t>
                      </a:r>
                      <a:br>
                        <a:rPr lang="en-US" sz="1700">
                          <a:solidFill>
                            <a:srgbClr val="000000"/>
                          </a:solidFill>
                          <a:latin typeface="Cambria"/>
                          <a:ea typeface="Cambria"/>
                          <a:cs typeface="Cambria"/>
                          <a:sym typeface="Cambria"/>
                        </a:rPr>
                      </a:br>
                      <a:r>
                        <a:rPr lang="en-US" sz="1700">
                          <a:solidFill>
                            <a:srgbClr val="000000"/>
                          </a:solidFill>
                          <a:latin typeface="Cambria"/>
                          <a:ea typeface="Cambria"/>
                          <a:cs typeface="Cambria"/>
                          <a:sym typeface="Cambria"/>
                        </a:rPr>
                        <a:t>Lecturer</a:t>
                      </a:r>
                      <a:endParaRPr sz="1700">
                        <a:solidFill>
                          <a:srgbClr val="000000"/>
                        </a:solidFill>
                        <a:latin typeface="Cambria"/>
                        <a:ea typeface="Cambria"/>
                        <a:cs typeface="Cambria"/>
                        <a:sym typeface="Cambria"/>
                      </a:endParaRPr>
                    </a:p>
                    <a:p>
                      <a:pPr indent="0" lvl="0" marL="0" rtl="0" algn="l">
                        <a:lnSpc>
                          <a:spcPct val="90000"/>
                        </a:lnSpc>
                        <a:spcBef>
                          <a:spcPts val="700"/>
                        </a:spcBef>
                        <a:spcAft>
                          <a:spcPts val="0"/>
                        </a:spcAft>
                        <a:buClr>
                          <a:srgbClr val="000000"/>
                        </a:buClr>
                        <a:buSzPts val="1800"/>
                        <a:buFont typeface="Arial"/>
                        <a:buNone/>
                      </a:pPr>
                      <a:r>
                        <a:rPr lang="en-US" sz="1700">
                          <a:solidFill>
                            <a:srgbClr val="000000"/>
                          </a:solidFill>
                          <a:latin typeface="Cambria"/>
                          <a:ea typeface="Cambria"/>
                          <a:cs typeface="Cambria"/>
                          <a:sym typeface="Cambria"/>
                        </a:rPr>
                        <a:t>CSE, DIU</a:t>
                      </a:r>
                      <a:endParaRPr sz="1700">
                        <a:solidFill>
                          <a:srgbClr val="000000"/>
                        </a:solidFill>
                        <a:latin typeface="Cambria"/>
                        <a:ea typeface="Cambria"/>
                        <a:cs typeface="Cambria"/>
                        <a:sym typeface="Cambri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2"/>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lnSpcReduction="10000"/>
          </a:bodyPr>
          <a:lstStyle/>
          <a:p>
            <a:pPr indent="-219075" lvl="0" marL="271463" rtl="0" algn="l">
              <a:lnSpc>
                <a:spcPct val="115000"/>
              </a:lnSpc>
              <a:spcBef>
                <a:spcPts val="0"/>
              </a:spcBef>
              <a:spcAft>
                <a:spcPts val="0"/>
              </a:spcAft>
              <a:buClr>
                <a:schemeClr val="dk1"/>
              </a:buClr>
              <a:buSzPts val="900"/>
              <a:buFont typeface="Calibri"/>
              <a:buChar char="⚫"/>
            </a:pPr>
            <a:r>
              <a:rPr lang="en-US" sz="2300">
                <a:solidFill>
                  <a:schemeClr val="dk1"/>
                </a:solidFill>
                <a:latin typeface="Calibri"/>
                <a:ea typeface="Calibri"/>
                <a:cs typeface="Calibri"/>
                <a:sym typeface="Calibri"/>
              </a:rPr>
              <a:t>It is an attribute of objects (like </a:t>
            </a:r>
            <a:r>
              <a:rPr i="1" lang="en-US" sz="2300">
                <a:solidFill>
                  <a:schemeClr val="dk1"/>
                </a:solidFill>
                <a:latin typeface="Calibri"/>
                <a:ea typeface="Calibri"/>
                <a:cs typeface="Calibri"/>
                <a:sym typeface="Calibri"/>
              </a:rPr>
              <a:t>texture, shape, smoothness, </a:t>
            </a:r>
            <a:r>
              <a:rPr lang="en-US" sz="2300">
                <a:solidFill>
                  <a:schemeClr val="dk1"/>
                </a:solidFill>
                <a:latin typeface="Calibri"/>
                <a:ea typeface="Calibri"/>
                <a:cs typeface="Calibri"/>
                <a:sym typeface="Calibri"/>
              </a:rPr>
              <a:t>etc.)</a:t>
            </a:r>
            <a:endParaRPr sz="2300">
              <a:solidFill>
                <a:schemeClr val="dk1"/>
              </a:solidFill>
              <a:latin typeface="Calibri"/>
              <a:ea typeface="Calibri"/>
              <a:cs typeface="Calibri"/>
              <a:sym typeface="Calibri"/>
            </a:endParaRPr>
          </a:p>
          <a:p>
            <a:pPr indent="-219075" lvl="0" marL="271463" rtl="0" algn="l">
              <a:lnSpc>
                <a:spcPct val="115000"/>
              </a:lnSpc>
              <a:spcBef>
                <a:spcPts val="1250"/>
              </a:spcBef>
              <a:spcAft>
                <a:spcPts val="0"/>
              </a:spcAft>
              <a:buClr>
                <a:schemeClr val="dk1"/>
              </a:buClr>
              <a:buSzPts val="900"/>
              <a:buFont typeface="Calibri"/>
              <a:buChar char="⚫"/>
            </a:pPr>
            <a:r>
              <a:rPr lang="en-US" sz="2300">
                <a:solidFill>
                  <a:schemeClr val="dk1"/>
                </a:solidFill>
                <a:latin typeface="Calibri"/>
                <a:ea typeface="Calibri"/>
                <a:cs typeface="Calibri"/>
                <a:sym typeface="Calibri"/>
              </a:rPr>
              <a:t>It depends on:</a:t>
            </a:r>
            <a:endParaRPr sz="2300">
              <a:solidFill>
                <a:schemeClr val="dk1"/>
              </a:solidFill>
              <a:latin typeface="Calibri"/>
              <a:ea typeface="Calibri"/>
              <a:cs typeface="Calibri"/>
              <a:sym typeface="Calibri"/>
            </a:endParaRPr>
          </a:p>
          <a:p>
            <a:pPr indent="-266700" lvl="1" marL="546100" rtl="0" algn="l">
              <a:lnSpc>
                <a:spcPct val="115000"/>
              </a:lnSpc>
              <a:spcBef>
                <a:spcPts val="125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spectral characteristics of the</a:t>
            </a:r>
            <a:r>
              <a:rPr i="1" lang="en-US" sz="2300">
                <a:solidFill>
                  <a:schemeClr val="dk1"/>
                </a:solidFill>
                <a:latin typeface="Calibri"/>
                <a:ea typeface="Calibri"/>
                <a:cs typeface="Calibri"/>
                <a:sym typeface="Calibri"/>
              </a:rPr>
              <a:t> light source(s) </a:t>
            </a:r>
            <a:r>
              <a:rPr lang="en-US" sz="2300">
                <a:solidFill>
                  <a:schemeClr val="dk1"/>
                </a:solidFill>
                <a:latin typeface="Calibri"/>
                <a:ea typeface="Calibri"/>
                <a:cs typeface="Calibri"/>
                <a:sym typeface="Calibri"/>
              </a:rPr>
              <a:t>(e.g., sunlight)  illuminating the objects (relative spectral power distribution(s) SPD) </a:t>
            </a:r>
            <a:endParaRPr sz="2300">
              <a:solidFill>
                <a:schemeClr val="dk1"/>
              </a:solidFill>
              <a:latin typeface="Calibri"/>
              <a:ea typeface="Calibri"/>
              <a:cs typeface="Calibri"/>
              <a:sym typeface="Calibri"/>
            </a:endParaRPr>
          </a:p>
          <a:p>
            <a:pPr indent="-266700" lvl="1" marL="546100" rtl="0" algn="l">
              <a:lnSpc>
                <a:spcPct val="115000"/>
              </a:lnSpc>
              <a:spcBef>
                <a:spcPts val="125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spectral properties of</a:t>
            </a:r>
            <a:r>
              <a:rPr i="1" lang="en-US" sz="2300">
                <a:solidFill>
                  <a:schemeClr val="dk1"/>
                </a:solidFill>
                <a:latin typeface="Calibri"/>
                <a:ea typeface="Calibri"/>
                <a:cs typeface="Calibri"/>
                <a:sym typeface="Calibri"/>
              </a:rPr>
              <a:t> objects </a:t>
            </a:r>
            <a:r>
              <a:rPr lang="en-US" sz="2300">
                <a:solidFill>
                  <a:schemeClr val="dk1"/>
                </a:solidFill>
                <a:latin typeface="Calibri"/>
                <a:ea typeface="Calibri"/>
                <a:cs typeface="Calibri"/>
                <a:sym typeface="Calibri"/>
              </a:rPr>
              <a:t>(</a:t>
            </a:r>
            <a:r>
              <a:rPr i="1" lang="en-US" sz="2300">
                <a:solidFill>
                  <a:schemeClr val="dk1"/>
                </a:solidFill>
                <a:latin typeface="Calibri"/>
                <a:ea typeface="Calibri"/>
                <a:cs typeface="Calibri"/>
                <a:sym typeface="Calibri"/>
              </a:rPr>
              <a:t>reflectance</a:t>
            </a:r>
            <a:r>
              <a:rPr lang="en-US" sz="2300">
                <a:solidFill>
                  <a:schemeClr val="dk1"/>
                </a:solidFill>
                <a:latin typeface="Calibri"/>
                <a:ea typeface="Calibri"/>
                <a:cs typeface="Calibri"/>
                <a:sym typeface="Calibri"/>
              </a:rPr>
              <a:t>)</a:t>
            </a:r>
            <a:endParaRPr sz="2300">
              <a:solidFill>
                <a:schemeClr val="dk1"/>
              </a:solidFill>
              <a:latin typeface="Calibri"/>
              <a:ea typeface="Calibri"/>
              <a:cs typeface="Calibri"/>
              <a:sym typeface="Calibri"/>
            </a:endParaRPr>
          </a:p>
          <a:p>
            <a:pPr indent="-266700" lvl="1" marL="546100" rtl="0" algn="l">
              <a:lnSpc>
                <a:spcPct val="115000"/>
              </a:lnSpc>
              <a:spcBef>
                <a:spcPts val="125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spectral characteristics of the</a:t>
            </a:r>
            <a:r>
              <a:rPr i="1" lang="en-US" sz="2300">
                <a:solidFill>
                  <a:schemeClr val="dk1"/>
                </a:solidFill>
                <a:latin typeface="Calibri"/>
                <a:ea typeface="Calibri"/>
                <a:cs typeface="Calibri"/>
                <a:sym typeface="Calibri"/>
              </a:rPr>
              <a:t> sensors</a:t>
            </a:r>
            <a:r>
              <a:rPr lang="en-US" sz="2300">
                <a:solidFill>
                  <a:schemeClr val="dk1"/>
                </a:solidFill>
                <a:latin typeface="Calibri"/>
                <a:ea typeface="Calibri"/>
                <a:cs typeface="Calibri"/>
                <a:sym typeface="Calibri"/>
              </a:rPr>
              <a:t> of the</a:t>
            </a:r>
            <a:r>
              <a:rPr i="1" lang="en-US" sz="2300">
                <a:solidFill>
                  <a:schemeClr val="dk1"/>
                </a:solidFill>
                <a:latin typeface="Calibri"/>
                <a:ea typeface="Calibri"/>
                <a:cs typeface="Calibri"/>
                <a:sym typeface="Calibri"/>
              </a:rPr>
              <a:t> imaging device </a:t>
            </a:r>
            <a:r>
              <a:rPr lang="en-US" sz="2300">
                <a:solidFill>
                  <a:schemeClr val="dk1"/>
                </a:solidFill>
                <a:latin typeface="Calibri"/>
                <a:ea typeface="Calibri"/>
                <a:cs typeface="Calibri"/>
                <a:sym typeface="Calibri"/>
              </a:rPr>
              <a:t>(e.g., the human eye or a digital camera)</a:t>
            </a:r>
            <a:endParaRPr sz="2300">
              <a:solidFill>
                <a:schemeClr val="dk1"/>
              </a:solidFill>
              <a:latin typeface="Calibri"/>
              <a:ea typeface="Calibri"/>
              <a:cs typeface="Calibri"/>
              <a:sym typeface="Calibri"/>
            </a:endParaRPr>
          </a:p>
          <a:p>
            <a:pPr indent="-228600" lvl="4" marL="1371600" rtl="0" algn="just">
              <a:lnSpc>
                <a:spcPct val="80000"/>
              </a:lnSpc>
              <a:spcBef>
                <a:spcPts val="375"/>
              </a:spcBef>
              <a:spcAft>
                <a:spcPts val="0"/>
              </a:spcAft>
              <a:buClr>
                <a:srgbClr val="A5AB81"/>
              </a:buClr>
              <a:buSzPts val="2000"/>
              <a:buNone/>
            </a:pPr>
            <a:r>
              <a:t/>
            </a:r>
            <a:endParaRPr sz="2000">
              <a:solidFill>
                <a:srgbClr val="000000"/>
              </a:solidFill>
              <a:latin typeface="Calibri"/>
              <a:ea typeface="Calibri"/>
              <a:cs typeface="Calibri"/>
              <a:sym typeface="Calibri"/>
            </a:endParaRPr>
          </a:p>
          <a:p>
            <a:pPr indent="-139446" lvl="0" marL="365760" rtl="0" algn="l">
              <a:lnSpc>
                <a:spcPct val="115000"/>
              </a:lnSpc>
              <a:spcBef>
                <a:spcPts val="400"/>
              </a:spcBef>
              <a:spcAft>
                <a:spcPts val="0"/>
              </a:spcAft>
              <a:buSzPts val="1836"/>
              <a:buNone/>
            </a:pPr>
            <a:r>
              <a:t/>
            </a:r>
            <a:endParaRPr sz="2000">
              <a:latin typeface="Calibri"/>
              <a:ea typeface="Calibri"/>
              <a:cs typeface="Calibri"/>
              <a:sym typeface="Calibri"/>
            </a:endParaRPr>
          </a:p>
        </p:txBody>
      </p:sp>
      <p:sp>
        <p:nvSpPr>
          <p:cNvPr id="86" name="Google Shape;86;p2"/>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87" name="Google Shape;87;p2"/>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DD8047"/>
              </a:buClr>
              <a:buSzPts val="4400"/>
              <a:buFont typeface="Verdana"/>
              <a:buNone/>
            </a:pPr>
            <a:r>
              <a:rPr b="0" i="0" lang="en-US" sz="2600" u="none" cap="none" strike="noStrike">
                <a:solidFill>
                  <a:schemeClr val="dk1"/>
                </a:solidFill>
                <a:latin typeface="Verdana"/>
                <a:ea typeface="Verdana"/>
                <a:cs typeface="Verdana"/>
                <a:sym typeface="Verdana"/>
              </a:rPr>
              <a:t>What is COLOR?</a:t>
            </a:r>
            <a:endParaRPr b="1" i="0" sz="800" u="none" cap="none" strike="noStrike">
              <a:solidFill>
                <a:schemeClr val="dk1"/>
              </a:solidFill>
              <a:latin typeface="Georgia"/>
              <a:ea typeface="Georgia"/>
              <a:cs typeface="Georgia"/>
              <a:sym typeface="Georgia"/>
            </a:endParaRPr>
          </a:p>
        </p:txBody>
      </p:sp>
      <p:pic>
        <p:nvPicPr>
          <p:cNvPr id="88" name="Google Shape;88;p2"/>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3"/>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271463" lvl="0" marL="273050" rtl="0" algn="l">
              <a:lnSpc>
                <a:spcPct val="80000"/>
              </a:lnSpc>
              <a:spcBef>
                <a:spcPts val="0"/>
              </a:spcBef>
              <a:spcAft>
                <a:spcPts val="0"/>
              </a:spcAft>
              <a:buClr>
                <a:schemeClr val="dk1"/>
              </a:buClr>
              <a:buSzPts val="1700"/>
              <a:buNone/>
            </a:pPr>
            <a:r>
              <a:t/>
            </a:r>
            <a:endParaRPr sz="2400">
              <a:solidFill>
                <a:srgbClr val="000000"/>
              </a:solidFill>
              <a:latin typeface="Calibri"/>
              <a:ea typeface="Calibri"/>
              <a:cs typeface="Calibri"/>
              <a:sym typeface="Calibri"/>
            </a:endParaRPr>
          </a:p>
          <a:p>
            <a:pPr indent="-212725" lvl="0" marL="271463" rtl="0" algn="l">
              <a:lnSpc>
                <a:spcPct val="115000"/>
              </a:lnSpc>
              <a:spcBef>
                <a:spcPts val="1250"/>
              </a:spcBef>
              <a:spcAft>
                <a:spcPts val="0"/>
              </a:spcAft>
              <a:buClr>
                <a:srgbClr val="94B6D2"/>
              </a:buClr>
              <a:buSzPts val="800"/>
              <a:buFont typeface="Calibri"/>
              <a:buChar char="⚫"/>
            </a:pPr>
            <a:r>
              <a:rPr lang="en-US" sz="2400">
                <a:solidFill>
                  <a:srgbClr val="000000"/>
                </a:solidFill>
                <a:latin typeface="Calibri"/>
                <a:ea typeface="Calibri"/>
                <a:cs typeface="Calibri"/>
                <a:sym typeface="Calibri"/>
              </a:rPr>
              <a:t>Due to the different absorption curves of the cones, colors are seen as variable combinations of the so-called primary colors: </a:t>
            </a:r>
            <a:r>
              <a:rPr i="1" lang="en-US" sz="2400">
                <a:solidFill>
                  <a:srgbClr val="FF0000"/>
                </a:solidFill>
                <a:latin typeface="Calibri"/>
                <a:ea typeface="Calibri"/>
                <a:cs typeface="Calibri"/>
                <a:sym typeface="Calibri"/>
              </a:rPr>
              <a:t>red</a:t>
            </a:r>
            <a:r>
              <a:rPr lang="en-US" sz="2400">
                <a:solidFill>
                  <a:srgbClr val="000000"/>
                </a:solidFill>
                <a:latin typeface="Calibri"/>
                <a:ea typeface="Calibri"/>
                <a:cs typeface="Calibri"/>
                <a:sym typeface="Calibri"/>
              </a:rPr>
              <a:t>, </a:t>
            </a:r>
            <a:r>
              <a:rPr i="1" lang="en-US" sz="2400">
                <a:solidFill>
                  <a:srgbClr val="01FF00"/>
                </a:solidFill>
                <a:latin typeface="Calibri"/>
                <a:ea typeface="Calibri"/>
                <a:cs typeface="Calibri"/>
                <a:sym typeface="Calibri"/>
              </a:rPr>
              <a:t>green</a:t>
            </a:r>
            <a:r>
              <a:rPr lang="en-US" sz="2400">
                <a:solidFill>
                  <a:srgbClr val="000000"/>
                </a:solidFill>
                <a:latin typeface="Calibri"/>
                <a:ea typeface="Calibri"/>
                <a:cs typeface="Calibri"/>
                <a:sym typeface="Calibri"/>
              </a:rPr>
              <a:t>, and </a:t>
            </a:r>
            <a:r>
              <a:rPr i="1" lang="en-US" sz="2400">
                <a:solidFill>
                  <a:srgbClr val="0000FF"/>
                </a:solidFill>
                <a:latin typeface="Calibri"/>
                <a:ea typeface="Calibri"/>
                <a:cs typeface="Calibri"/>
                <a:sym typeface="Calibri"/>
              </a:rPr>
              <a:t>blue</a:t>
            </a:r>
            <a:endParaRPr sz="2200">
              <a:latin typeface="Calibri"/>
              <a:ea typeface="Calibri"/>
              <a:cs typeface="Calibri"/>
              <a:sym typeface="Calibri"/>
            </a:endParaRPr>
          </a:p>
          <a:p>
            <a:pPr indent="-212725" lvl="0" marL="271463" rtl="0" algn="l">
              <a:lnSpc>
                <a:spcPct val="115000"/>
              </a:lnSpc>
              <a:spcBef>
                <a:spcPts val="1250"/>
              </a:spcBef>
              <a:spcAft>
                <a:spcPts val="0"/>
              </a:spcAft>
              <a:buClr>
                <a:srgbClr val="94B6D2"/>
              </a:buClr>
              <a:buSzPts val="800"/>
              <a:buFont typeface="Calibri"/>
              <a:buChar char="⚫"/>
            </a:pPr>
            <a:r>
              <a:rPr lang="en-US" sz="2400">
                <a:solidFill>
                  <a:srgbClr val="000000"/>
                </a:solidFill>
                <a:latin typeface="Calibri"/>
                <a:ea typeface="Calibri"/>
                <a:cs typeface="Calibri"/>
                <a:sym typeface="Calibri"/>
              </a:rPr>
              <a:t>Their wavelengths were standardized by the CIE in 1931: </a:t>
            </a:r>
            <a:r>
              <a:rPr i="1" lang="en-US" sz="2400">
                <a:solidFill>
                  <a:srgbClr val="FF0000"/>
                </a:solidFill>
                <a:latin typeface="Calibri"/>
                <a:ea typeface="Calibri"/>
                <a:cs typeface="Calibri"/>
                <a:sym typeface="Calibri"/>
              </a:rPr>
              <a:t>red</a:t>
            </a:r>
            <a:r>
              <a:rPr lang="en-US" sz="2400">
                <a:solidFill>
                  <a:srgbClr val="FF0000"/>
                </a:solidFill>
                <a:latin typeface="Calibri"/>
                <a:ea typeface="Calibri"/>
                <a:cs typeface="Calibri"/>
                <a:sym typeface="Calibri"/>
              </a:rPr>
              <a:t>=700 nm</a:t>
            </a:r>
            <a:r>
              <a:rPr lang="en-US" sz="2400">
                <a:solidFill>
                  <a:srgbClr val="000000"/>
                </a:solidFill>
                <a:latin typeface="Calibri"/>
                <a:ea typeface="Calibri"/>
                <a:cs typeface="Calibri"/>
                <a:sym typeface="Calibri"/>
              </a:rPr>
              <a:t>, </a:t>
            </a:r>
            <a:r>
              <a:rPr i="1" lang="en-US" sz="2400">
                <a:solidFill>
                  <a:srgbClr val="01FF00"/>
                </a:solidFill>
                <a:latin typeface="Calibri"/>
                <a:ea typeface="Calibri"/>
                <a:cs typeface="Calibri"/>
                <a:sym typeface="Calibri"/>
              </a:rPr>
              <a:t>green</a:t>
            </a:r>
            <a:r>
              <a:rPr lang="en-US" sz="2400">
                <a:solidFill>
                  <a:srgbClr val="01FF00"/>
                </a:solidFill>
                <a:latin typeface="Calibri"/>
                <a:ea typeface="Calibri"/>
                <a:cs typeface="Calibri"/>
                <a:sym typeface="Calibri"/>
              </a:rPr>
              <a:t>=546.1 nm</a:t>
            </a:r>
            <a:r>
              <a:rPr lang="en-US" sz="2400">
                <a:solidFill>
                  <a:srgbClr val="000000"/>
                </a:solidFill>
                <a:latin typeface="Calibri"/>
                <a:ea typeface="Calibri"/>
                <a:cs typeface="Calibri"/>
                <a:sym typeface="Calibri"/>
              </a:rPr>
              <a:t>, and </a:t>
            </a:r>
            <a:r>
              <a:rPr i="1" lang="en-US" sz="2400">
                <a:solidFill>
                  <a:srgbClr val="0000FF"/>
                </a:solidFill>
                <a:latin typeface="Calibri"/>
                <a:ea typeface="Calibri"/>
                <a:cs typeface="Calibri"/>
                <a:sym typeface="Calibri"/>
              </a:rPr>
              <a:t>blue</a:t>
            </a:r>
            <a:r>
              <a:rPr lang="en-US" sz="2400">
                <a:solidFill>
                  <a:srgbClr val="0000FF"/>
                </a:solidFill>
                <a:latin typeface="Calibri"/>
                <a:ea typeface="Calibri"/>
                <a:cs typeface="Calibri"/>
                <a:sym typeface="Calibri"/>
              </a:rPr>
              <a:t>=435.8 nm</a:t>
            </a:r>
            <a:endParaRPr sz="2200">
              <a:latin typeface="Calibri"/>
              <a:ea typeface="Calibri"/>
              <a:cs typeface="Calibri"/>
              <a:sym typeface="Calibri"/>
            </a:endParaRPr>
          </a:p>
          <a:p>
            <a:pPr indent="-212725" lvl="0" marL="271463" rtl="0" algn="l">
              <a:lnSpc>
                <a:spcPct val="115000"/>
              </a:lnSpc>
              <a:spcBef>
                <a:spcPts val="1250"/>
              </a:spcBef>
              <a:spcAft>
                <a:spcPts val="0"/>
              </a:spcAft>
              <a:buClr>
                <a:srgbClr val="94B6D2"/>
              </a:buClr>
              <a:buSzPts val="800"/>
              <a:buFont typeface="Calibri"/>
              <a:buChar char="⚫"/>
            </a:pPr>
            <a:r>
              <a:rPr lang="en-US" sz="2400">
                <a:solidFill>
                  <a:srgbClr val="000000"/>
                </a:solidFill>
                <a:latin typeface="Calibri"/>
                <a:ea typeface="Calibri"/>
                <a:cs typeface="Calibri"/>
                <a:sym typeface="Calibri"/>
              </a:rPr>
              <a:t>The primary colors can be added to produce the</a:t>
            </a:r>
            <a:r>
              <a:rPr lang="en-US" sz="2400">
                <a:solidFill>
                  <a:srgbClr val="C0C0C0"/>
                </a:solidFill>
                <a:latin typeface="Calibri"/>
                <a:ea typeface="Calibri"/>
                <a:cs typeface="Calibri"/>
                <a:sym typeface="Calibri"/>
              </a:rPr>
              <a:t> </a:t>
            </a:r>
            <a:r>
              <a:rPr lang="en-US" sz="2400">
                <a:solidFill>
                  <a:srgbClr val="000000"/>
                </a:solidFill>
                <a:latin typeface="Calibri"/>
                <a:ea typeface="Calibri"/>
                <a:cs typeface="Calibri"/>
                <a:sym typeface="Calibri"/>
              </a:rPr>
              <a:t>secondary colors of light,</a:t>
            </a:r>
            <a:r>
              <a:rPr i="1" lang="en-US" sz="2400">
                <a:solidFill>
                  <a:srgbClr val="C0C0C0"/>
                </a:solidFill>
                <a:latin typeface="Calibri"/>
                <a:ea typeface="Calibri"/>
                <a:cs typeface="Calibri"/>
                <a:sym typeface="Calibri"/>
              </a:rPr>
              <a:t>  </a:t>
            </a:r>
            <a:r>
              <a:rPr i="1" lang="en-US" sz="2400">
                <a:solidFill>
                  <a:srgbClr val="FF379A"/>
                </a:solidFill>
                <a:latin typeface="Calibri"/>
                <a:ea typeface="Calibri"/>
                <a:cs typeface="Calibri"/>
                <a:sym typeface="Calibri"/>
              </a:rPr>
              <a:t>magenta </a:t>
            </a:r>
            <a:r>
              <a:rPr lang="en-US" sz="2400">
                <a:solidFill>
                  <a:srgbClr val="000000"/>
                </a:solidFill>
                <a:latin typeface="Calibri"/>
                <a:ea typeface="Calibri"/>
                <a:cs typeface="Calibri"/>
                <a:sym typeface="Calibri"/>
              </a:rPr>
              <a:t>(R+B),  </a:t>
            </a:r>
            <a:r>
              <a:rPr i="1" lang="en-US" sz="2400">
                <a:solidFill>
                  <a:srgbClr val="01FFFF"/>
                </a:solidFill>
                <a:latin typeface="Calibri"/>
                <a:ea typeface="Calibri"/>
                <a:cs typeface="Calibri"/>
                <a:sym typeface="Calibri"/>
              </a:rPr>
              <a:t>cyan</a:t>
            </a:r>
            <a:r>
              <a:rPr lang="en-US" sz="2400">
                <a:solidFill>
                  <a:srgbClr val="C0C0C0"/>
                </a:solidFill>
                <a:latin typeface="Calibri"/>
                <a:ea typeface="Calibri"/>
                <a:cs typeface="Calibri"/>
                <a:sym typeface="Calibri"/>
              </a:rPr>
              <a:t>  </a:t>
            </a:r>
            <a:r>
              <a:rPr lang="en-US" sz="2400">
                <a:solidFill>
                  <a:srgbClr val="000000"/>
                </a:solidFill>
                <a:latin typeface="Calibri"/>
                <a:ea typeface="Calibri"/>
                <a:cs typeface="Calibri"/>
                <a:sym typeface="Calibri"/>
              </a:rPr>
              <a:t>(G+B), and</a:t>
            </a:r>
            <a:r>
              <a:rPr i="1" lang="en-US" sz="2400">
                <a:solidFill>
                  <a:srgbClr val="C0C0C0"/>
                </a:solidFill>
                <a:latin typeface="Calibri"/>
                <a:ea typeface="Calibri"/>
                <a:cs typeface="Calibri"/>
                <a:sym typeface="Calibri"/>
              </a:rPr>
              <a:t> </a:t>
            </a:r>
            <a:r>
              <a:rPr i="1" lang="en-US" sz="2400">
                <a:solidFill>
                  <a:srgbClr val="FFFF00"/>
                </a:solidFill>
                <a:latin typeface="Calibri"/>
                <a:ea typeface="Calibri"/>
                <a:cs typeface="Calibri"/>
                <a:sym typeface="Calibri"/>
              </a:rPr>
              <a:t>yellow </a:t>
            </a:r>
            <a:r>
              <a:rPr lang="en-US" sz="2400">
                <a:solidFill>
                  <a:srgbClr val="000000"/>
                </a:solidFill>
                <a:latin typeface="Calibri"/>
                <a:ea typeface="Calibri"/>
                <a:cs typeface="Calibri"/>
                <a:sym typeface="Calibri"/>
              </a:rPr>
              <a:t>(R+G)</a:t>
            </a:r>
            <a:endParaRPr sz="2200">
              <a:latin typeface="Calibri"/>
              <a:ea typeface="Calibri"/>
              <a:cs typeface="Calibri"/>
              <a:sym typeface="Calibri"/>
            </a:endParaRPr>
          </a:p>
          <a:p>
            <a:pPr indent="-227013" lvl="4" marL="1371600" rtl="0" algn="just">
              <a:lnSpc>
                <a:spcPct val="80000"/>
              </a:lnSpc>
              <a:spcBef>
                <a:spcPts val="375"/>
              </a:spcBef>
              <a:spcAft>
                <a:spcPts val="0"/>
              </a:spcAft>
              <a:buClr>
                <a:schemeClr val="dk1"/>
              </a:buClr>
              <a:buSzPts val="1600"/>
              <a:buNone/>
            </a:pPr>
            <a:r>
              <a:t/>
            </a:r>
            <a:endParaRPr sz="2000">
              <a:solidFill>
                <a:srgbClr val="000000"/>
              </a:solidFill>
              <a:latin typeface="Calibri"/>
              <a:ea typeface="Calibri"/>
              <a:cs typeface="Calibri"/>
              <a:sym typeface="Calibri"/>
            </a:endParaRPr>
          </a:p>
          <a:p>
            <a:pPr indent="-139446" lvl="0" marL="365760" rtl="0" algn="l">
              <a:lnSpc>
                <a:spcPct val="115000"/>
              </a:lnSpc>
              <a:spcBef>
                <a:spcPts val="400"/>
              </a:spcBef>
              <a:spcAft>
                <a:spcPts val="0"/>
              </a:spcAft>
              <a:buSzPts val="1836"/>
              <a:buNone/>
            </a:pPr>
            <a:r>
              <a:t/>
            </a:r>
            <a:endParaRPr sz="2200">
              <a:latin typeface="Calibri"/>
              <a:ea typeface="Calibri"/>
              <a:cs typeface="Calibri"/>
              <a:sym typeface="Calibri"/>
            </a:endParaRPr>
          </a:p>
        </p:txBody>
      </p:sp>
      <p:sp>
        <p:nvSpPr>
          <p:cNvPr id="94" name="Google Shape;94;p3"/>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95" name="Google Shape;95;p3"/>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DD8047"/>
              </a:buClr>
              <a:buSzPts val="3740"/>
              <a:buFont typeface="Verdana"/>
              <a:buNone/>
            </a:pPr>
            <a:r>
              <a:rPr b="0" i="0" lang="en-US" sz="2640" u="none" cap="none" strike="noStrike">
                <a:solidFill>
                  <a:schemeClr val="dk1"/>
                </a:solidFill>
                <a:latin typeface="Verdana"/>
                <a:ea typeface="Verdana"/>
                <a:cs typeface="Verdana"/>
                <a:sym typeface="Verdana"/>
              </a:rPr>
              <a:t>Primary and Secondary Color</a:t>
            </a:r>
            <a:endParaRPr b="0" i="0" sz="1110" u="none" cap="none" strike="noStrike">
              <a:solidFill>
                <a:schemeClr val="dk1"/>
              </a:solidFill>
              <a:latin typeface="Verdana"/>
              <a:ea typeface="Verdana"/>
              <a:cs typeface="Verdana"/>
              <a:sym typeface="Verdana"/>
            </a:endParaRPr>
          </a:p>
        </p:txBody>
      </p:sp>
      <p:pic>
        <p:nvPicPr>
          <p:cNvPr id="96" name="Google Shape;96;p3"/>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268732" lvl="0" marL="365760" rtl="0" algn="l">
              <a:lnSpc>
                <a:spcPct val="115000"/>
              </a:lnSpc>
              <a:spcBef>
                <a:spcPts val="0"/>
              </a:spcBef>
              <a:spcAft>
                <a:spcPts val="0"/>
              </a:spcAft>
              <a:buClr>
                <a:schemeClr val="dk1"/>
              </a:buClr>
              <a:buSzPts val="2036"/>
              <a:buFont typeface="Calibri"/>
              <a:buChar char="●"/>
            </a:pPr>
            <a:r>
              <a:rPr lang="en-US" sz="2000">
                <a:solidFill>
                  <a:schemeClr val="dk1"/>
                </a:solidFill>
                <a:latin typeface="Calibri"/>
                <a:ea typeface="Calibri"/>
                <a:cs typeface="Calibri"/>
                <a:sym typeface="Calibri"/>
              </a:rPr>
              <a:t>A color model is an abstract mathematical model describing the way colors can be represented as </a:t>
            </a:r>
            <a:r>
              <a:rPr lang="en-US" sz="2000">
                <a:solidFill>
                  <a:schemeClr val="dk1"/>
                </a:solidFill>
                <a:latin typeface="Calibri"/>
                <a:ea typeface="Calibri"/>
                <a:cs typeface="Calibri"/>
                <a:sym typeface="Calibri"/>
              </a:rPr>
              <a:t>tuples</a:t>
            </a:r>
            <a:r>
              <a:rPr lang="en-US" sz="2000">
                <a:solidFill>
                  <a:schemeClr val="dk1"/>
                </a:solidFill>
                <a:latin typeface="Calibri"/>
                <a:ea typeface="Calibri"/>
                <a:cs typeface="Calibri"/>
                <a:sym typeface="Calibri"/>
              </a:rPr>
              <a:t> of numbers, typically as three or four values or color components.</a:t>
            </a:r>
            <a:endParaRPr sz="2000">
              <a:solidFill>
                <a:schemeClr val="dk1"/>
              </a:solidFill>
              <a:latin typeface="Calibri"/>
              <a:ea typeface="Calibri"/>
              <a:cs typeface="Calibri"/>
              <a:sym typeface="Calibri"/>
            </a:endParaRPr>
          </a:p>
          <a:p>
            <a:pPr indent="-139446" lvl="0" marL="365760" rtl="0" algn="l">
              <a:lnSpc>
                <a:spcPct val="115000"/>
              </a:lnSpc>
              <a:spcBef>
                <a:spcPts val="400"/>
              </a:spcBef>
              <a:spcAft>
                <a:spcPts val="0"/>
              </a:spcAft>
              <a:buSzPts val="1836"/>
              <a:buNone/>
            </a:pPr>
            <a:r>
              <a:t/>
            </a:r>
            <a:endParaRPr sz="2000">
              <a:solidFill>
                <a:schemeClr val="dk1"/>
              </a:solidFill>
              <a:latin typeface="Calibri"/>
              <a:ea typeface="Calibri"/>
              <a:cs typeface="Calibri"/>
              <a:sym typeface="Calibri"/>
            </a:endParaRPr>
          </a:p>
          <a:p>
            <a:pPr indent="-268732" lvl="0" marL="365760" rtl="0" algn="l">
              <a:lnSpc>
                <a:spcPct val="115000"/>
              </a:lnSpc>
              <a:spcBef>
                <a:spcPts val="400"/>
              </a:spcBef>
              <a:spcAft>
                <a:spcPts val="0"/>
              </a:spcAft>
              <a:buClr>
                <a:schemeClr val="dk1"/>
              </a:buClr>
              <a:buSzPts val="2036"/>
              <a:buFont typeface="Calibri"/>
              <a:buChar char="●"/>
            </a:pPr>
            <a:r>
              <a:rPr lang="en-US" sz="2000">
                <a:solidFill>
                  <a:schemeClr val="dk1"/>
                </a:solidFill>
                <a:latin typeface="Calibri"/>
                <a:ea typeface="Calibri"/>
                <a:cs typeface="Calibri"/>
                <a:sym typeface="Calibri"/>
              </a:rPr>
              <a:t>Any method for explaining or behavior of color within some particular context is called a color model.</a:t>
            </a:r>
            <a:endParaRPr sz="2000">
              <a:solidFill>
                <a:schemeClr val="dk1"/>
              </a:solidFill>
              <a:latin typeface="Calibri"/>
              <a:ea typeface="Calibri"/>
              <a:cs typeface="Calibri"/>
              <a:sym typeface="Calibri"/>
            </a:endParaRPr>
          </a:p>
        </p:txBody>
      </p:sp>
      <p:sp>
        <p:nvSpPr>
          <p:cNvPr id="102" name="Google Shape;102;p4"/>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03" name="Google Shape;103;p4"/>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DD8047"/>
              </a:buClr>
              <a:buSzPts val="4400"/>
              <a:buFont typeface="Verdana"/>
              <a:buNone/>
            </a:pPr>
            <a:r>
              <a:rPr b="0" i="0" lang="en-US" sz="2600" u="none" cap="none" strike="noStrike">
                <a:solidFill>
                  <a:schemeClr val="dk1"/>
                </a:solidFill>
                <a:latin typeface="Verdana"/>
                <a:ea typeface="Verdana"/>
                <a:cs typeface="Verdana"/>
                <a:sym typeface="Verdana"/>
              </a:rPr>
              <a:t>COLOR model</a:t>
            </a:r>
            <a:endParaRPr b="1" i="0" sz="800" u="none" cap="none" strike="noStrike">
              <a:solidFill>
                <a:schemeClr val="dk1"/>
              </a:solidFill>
              <a:latin typeface="Georgia"/>
              <a:ea typeface="Georgia"/>
              <a:cs typeface="Georgia"/>
              <a:sym typeface="Georgia"/>
            </a:endParaRPr>
          </a:p>
        </p:txBody>
      </p:sp>
      <p:pic>
        <p:nvPicPr>
          <p:cNvPr id="104" name="Google Shape;104;p4"/>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idx="3" type="body"/>
          </p:nvPr>
        </p:nvSpPr>
        <p:spPr>
          <a:xfrm>
            <a:off x="457200" y="1619626"/>
            <a:ext cx="4708500" cy="4460700"/>
          </a:xfrm>
          <a:prstGeom prst="rect">
            <a:avLst/>
          </a:prstGeom>
          <a:noFill/>
          <a:ln>
            <a:noFill/>
          </a:ln>
        </p:spPr>
        <p:txBody>
          <a:bodyPr anchorCtr="0" anchor="t" bIns="45700" lIns="91425" spcFirstLastPara="1" rIns="91425" wrap="square" tIns="45700">
            <a:normAutofit fontScale="92500" lnSpcReduction="20000"/>
          </a:bodyPr>
          <a:lstStyle/>
          <a:p>
            <a:pPr indent="-256032" lvl="0" marL="365760" rtl="0" algn="l">
              <a:lnSpc>
                <a:spcPct val="115000"/>
              </a:lnSpc>
              <a:spcBef>
                <a:spcPts val="0"/>
              </a:spcBef>
              <a:spcAft>
                <a:spcPts val="0"/>
              </a:spcAft>
              <a:buSzPct val="68000"/>
              <a:buNone/>
            </a:pPr>
            <a:r>
              <a:rPr lang="en-US">
                <a:solidFill>
                  <a:schemeClr val="dk1"/>
                </a:solidFill>
                <a:latin typeface="Calibri"/>
                <a:ea typeface="Calibri"/>
                <a:cs typeface="Calibri"/>
                <a:sym typeface="Calibri"/>
              </a:rPr>
              <a:t>Shades, tints &amp; tones </a:t>
            </a:r>
            <a:endParaRPr>
              <a:solidFill>
                <a:schemeClr val="dk1"/>
              </a:solidFill>
              <a:latin typeface="Calibri"/>
              <a:ea typeface="Calibri"/>
              <a:cs typeface="Calibri"/>
              <a:sym typeface="Calibri"/>
            </a:endParaRPr>
          </a:p>
          <a:p>
            <a:pPr indent="-324460" lvl="0" marL="457200" rtl="0" algn="l">
              <a:lnSpc>
                <a:spcPct val="115000"/>
              </a:lnSpc>
              <a:spcBef>
                <a:spcPts val="400"/>
              </a:spcBef>
              <a:spcAft>
                <a:spcPts val="0"/>
              </a:spcAft>
              <a:buClr>
                <a:schemeClr val="dk1"/>
              </a:buClr>
              <a:buSzPct val="68000"/>
              <a:buFont typeface="Calibri"/>
              <a:buChar char="●"/>
            </a:pPr>
            <a:r>
              <a:rPr lang="en-US">
                <a:solidFill>
                  <a:schemeClr val="dk1"/>
                </a:solidFill>
                <a:latin typeface="Calibri"/>
                <a:ea typeface="Calibri"/>
                <a:cs typeface="Calibri"/>
                <a:sym typeface="Calibri"/>
              </a:rPr>
              <a:t> A shade is produced by “dimming” a hue.[adding black].</a:t>
            </a:r>
            <a:endParaRPr>
              <a:solidFill>
                <a:schemeClr val="dk1"/>
              </a:solidFill>
              <a:latin typeface="Calibri"/>
              <a:ea typeface="Calibri"/>
              <a:cs typeface="Calibri"/>
              <a:sym typeface="Calibri"/>
            </a:endParaRPr>
          </a:p>
          <a:p>
            <a:pPr indent="0" lvl="0" marL="457200" rtl="0" algn="l">
              <a:lnSpc>
                <a:spcPct val="115000"/>
              </a:lnSpc>
              <a:spcBef>
                <a:spcPts val="400"/>
              </a:spcBef>
              <a:spcAft>
                <a:spcPts val="0"/>
              </a:spcAft>
              <a:buNone/>
            </a:pPr>
            <a:r>
              <a:rPr lang="en-US">
                <a:solidFill>
                  <a:schemeClr val="dk1"/>
                </a:solidFill>
                <a:latin typeface="Calibri"/>
                <a:ea typeface="Calibri"/>
                <a:cs typeface="Calibri"/>
                <a:sym typeface="Calibri"/>
              </a:rPr>
              <a:t>     - Dark blue = pure blue + black.</a:t>
            </a:r>
            <a:endParaRPr>
              <a:solidFill>
                <a:schemeClr val="dk1"/>
              </a:solidFill>
              <a:latin typeface="Calibri"/>
              <a:ea typeface="Calibri"/>
              <a:cs typeface="Calibri"/>
              <a:sym typeface="Calibri"/>
            </a:endParaRPr>
          </a:p>
          <a:p>
            <a:pPr indent="-324460" lvl="0" marL="457200" rtl="0" algn="l">
              <a:lnSpc>
                <a:spcPct val="115000"/>
              </a:lnSpc>
              <a:spcBef>
                <a:spcPts val="1000"/>
              </a:spcBef>
              <a:spcAft>
                <a:spcPts val="0"/>
              </a:spcAft>
              <a:buClr>
                <a:schemeClr val="dk1"/>
              </a:buClr>
              <a:buSzPct val="68000"/>
              <a:buFont typeface="Calibri"/>
              <a:buChar char="●"/>
            </a:pPr>
            <a:r>
              <a:rPr lang="en-US">
                <a:solidFill>
                  <a:schemeClr val="dk1"/>
                </a:solidFill>
                <a:latin typeface="Calibri"/>
                <a:ea typeface="Calibri"/>
                <a:cs typeface="Calibri"/>
                <a:sym typeface="Calibri"/>
              </a:rPr>
              <a:t> A tint is produced by “</a:t>
            </a:r>
            <a:r>
              <a:rPr lang="en-US">
                <a:solidFill>
                  <a:schemeClr val="dk1"/>
                </a:solidFill>
                <a:latin typeface="Calibri"/>
                <a:ea typeface="Calibri"/>
                <a:cs typeface="Calibri"/>
                <a:sym typeface="Calibri"/>
              </a:rPr>
              <a:t>lightening</a:t>
            </a:r>
            <a:r>
              <a:rPr lang="en-US">
                <a:solidFill>
                  <a:schemeClr val="dk1"/>
                </a:solidFill>
                <a:latin typeface="Calibri"/>
                <a:ea typeface="Calibri"/>
                <a:cs typeface="Calibri"/>
                <a:sym typeface="Calibri"/>
              </a:rPr>
              <a:t>” a hue. [adding white].</a:t>
            </a:r>
            <a:endParaRPr>
              <a:solidFill>
                <a:schemeClr val="dk1"/>
              </a:solidFill>
              <a:latin typeface="Calibri"/>
              <a:ea typeface="Calibri"/>
              <a:cs typeface="Calibri"/>
              <a:sym typeface="Calibri"/>
            </a:endParaRPr>
          </a:p>
          <a:p>
            <a:pPr indent="0" lvl="0" marL="457200" rtl="0" algn="l">
              <a:lnSpc>
                <a:spcPct val="115000"/>
              </a:lnSpc>
              <a:spcBef>
                <a:spcPts val="400"/>
              </a:spcBef>
              <a:spcAft>
                <a:spcPts val="0"/>
              </a:spcAft>
              <a:buNone/>
            </a:pPr>
            <a:r>
              <a:rPr lang="en-US">
                <a:solidFill>
                  <a:schemeClr val="dk1"/>
                </a:solidFill>
                <a:latin typeface="Calibri"/>
                <a:ea typeface="Calibri"/>
                <a:cs typeface="Calibri"/>
                <a:sym typeface="Calibri"/>
              </a:rPr>
              <a:t>     -Pastel red = pure red + white.</a:t>
            </a:r>
            <a:endParaRPr>
              <a:solidFill>
                <a:schemeClr val="dk1"/>
              </a:solidFill>
              <a:latin typeface="Calibri"/>
              <a:ea typeface="Calibri"/>
              <a:cs typeface="Calibri"/>
              <a:sym typeface="Calibri"/>
            </a:endParaRPr>
          </a:p>
          <a:p>
            <a:pPr indent="-324460" lvl="0" marL="457200" rtl="0" algn="l">
              <a:lnSpc>
                <a:spcPct val="115000"/>
              </a:lnSpc>
              <a:spcBef>
                <a:spcPts val="1000"/>
              </a:spcBef>
              <a:spcAft>
                <a:spcPts val="0"/>
              </a:spcAft>
              <a:buClr>
                <a:schemeClr val="dk1"/>
              </a:buClr>
              <a:buSzPct val="68000"/>
              <a:buFont typeface="Calibri"/>
              <a:buChar char="●"/>
            </a:pPr>
            <a:r>
              <a:rPr lang="en-US">
                <a:solidFill>
                  <a:schemeClr val="dk1"/>
                </a:solidFill>
                <a:latin typeface="Calibri"/>
                <a:ea typeface="Calibri"/>
                <a:cs typeface="Calibri"/>
                <a:sym typeface="Calibri"/>
              </a:rPr>
              <a:t> Tone refers to the effects or reducing the “colorfulness” of a hue. [adding gray] or [adding black &amp; white].</a:t>
            </a:r>
            <a:r>
              <a:rPr b="1" lang="en-US" u="sng">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a:p>
            <a:pPr indent="-175717" lvl="0" marL="365760" rtl="0" algn="l">
              <a:lnSpc>
                <a:spcPct val="115000"/>
              </a:lnSpc>
              <a:spcBef>
                <a:spcPts val="400"/>
              </a:spcBef>
              <a:spcAft>
                <a:spcPts val="0"/>
              </a:spcAft>
              <a:buSzPct val="68000"/>
              <a:buNone/>
            </a:pPr>
            <a:r>
              <a:t/>
            </a:r>
            <a:endParaRPr>
              <a:solidFill>
                <a:schemeClr val="dk1"/>
              </a:solidFill>
              <a:latin typeface="Calibri"/>
              <a:ea typeface="Calibri"/>
              <a:cs typeface="Calibri"/>
              <a:sym typeface="Calibri"/>
            </a:endParaRPr>
          </a:p>
        </p:txBody>
      </p:sp>
      <p:pic>
        <p:nvPicPr>
          <p:cNvPr descr="E:\study\11th semister\graphics design\presentation\class lecture color\2.PNG" id="110" name="Google Shape;110;p5"/>
          <p:cNvPicPr preferRelativeResize="0"/>
          <p:nvPr>
            <p:ph idx="4" type="body"/>
          </p:nvPr>
        </p:nvPicPr>
        <p:blipFill rotWithShape="1">
          <a:blip r:embed="rId3">
            <a:alphaModFix/>
          </a:blip>
          <a:srcRect b="0" l="0" r="0" t="0"/>
          <a:stretch/>
        </p:blipFill>
        <p:spPr>
          <a:xfrm>
            <a:off x="5371777" y="2694500"/>
            <a:ext cx="3576300" cy="1354200"/>
          </a:xfrm>
          <a:prstGeom prst="rect">
            <a:avLst/>
          </a:prstGeom>
          <a:noFill/>
          <a:ln>
            <a:noFill/>
          </a:ln>
        </p:spPr>
      </p:pic>
      <p:sp>
        <p:nvSpPr>
          <p:cNvPr id="111" name="Google Shape;111;p5"/>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12" name="Google Shape;112;p5"/>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DD8047"/>
              </a:buClr>
              <a:buSzPts val="4400"/>
              <a:buFont typeface="Verdana"/>
              <a:buNone/>
            </a:pPr>
            <a:r>
              <a:rPr b="0" i="0" lang="en-US" sz="2600" u="none" cap="none" strike="noStrike">
                <a:solidFill>
                  <a:schemeClr val="dk1"/>
                </a:solidFill>
                <a:latin typeface="Verdana"/>
                <a:ea typeface="Verdana"/>
                <a:cs typeface="Verdana"/>
                <a:sym typeface="Verdana"/>
              </a:rPr>
              <a:t>COLOR model</a:t>
            </a:r>
            <a:endParaRPr b="1" i="0" sz="800" u="none" cap="none" strike="noStrike">
              <a:solidFill>
                <a:schemeClr val="dk1"/>
              </a:solidFill>
              <a:latin typeface="Georgia"/>
              <a:ea typeface="Georgia"/>
              <a:cs typeface="Georgia"/>
              <a:sym typeface="Georgia"/>
            </a:endParaRPr>
          </a:p>
        </p:txBody>
      </p:sp>
      <p:pic>
        <p:nvPicPr>
          <p:cNvPr id="113" name="Google Shape;113;p5"/>
          <p:cNvPicPr preferRelativeResize="0"/>
          <p:nvPr/>
        </p:nvPicPr>
        <p:blipFill rotWithShape="1">
          <a:blip r:embed="rId4">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6"/>
          <p:cNvSpPr txBox="1"/>
          <p:nvPr>
            <p:ph idx="1" type="body"/>
          </p:nvPr>
        </p:nvSpPr>
        <p:spPr>
          <a:xfrm>
            <a:off x="457200" y="1481325"/>
            <a:ext cx="8286000" cy="4526100"/>
          </a:xfrm>
          <a:prstGeom prst="rect">
            <a:avLst/>
          </a:prstGeom>
          <a:noFill/>
          <a:ln>
            <a:noFill/>
          </a:ln>
        </p:spPr>
        <p:txBody>
          <a:bodyPr anchorCtr="0" anchor="t" bIns="45700" lIns="91425" spcFirstLastPara="1" rIns="91425" wrap="square" tIns="45700">
            <a:normAutofit/>
          </a:bodyPr>
          <a:lstStyle/>
          <a:p>
            <a:pPr indent="-256032" lvl="0" marL="365760" rtl="0" algn="just">
              <a:lnSpc>
                <a:spcPct val="80000"/>
              </a:lnSpc>
              <a:spcBef>
                <a:spcPts val="0"/>
              </a:spcBef>
              <a:spcAft>
                <a:spcPts val="0"/>
              </a:spcAft>
              <a:buClr>
                <a:schemeClr val="dk1"/>
              </a:buClr>
              <a:buSzPts val="2295"/>
              <a:buNone/>
            </a:pPr>
            <a:r>
              <a:t/>
            </a:r>
            <a:endParaRPr sz="2500">
              <a:solidFill>
                <a:srgbClr val="000000"/>
              </a:solidFill>
              <a:latin typeface="Calibri"/>
              <a:ea typeface="Calibri"/>
              <a:cs typeface="Calibri"/>
              <a:sym typeface="Calibri"/>
            </a:endParaRPr>
          </a:p>
          <a:p>
            <a:pPr indent="0" lvl="0" marL="365760" rtl="0" algn="just">
              <a:lnSpc>
                <a:spcPct val="80000"/>
              </a:lnSpc>
              <a:spcBef>
                <a:spcPts val="575"/>
              </a:spcBef>
              <a:spcAft>
                <a:spcPts val="0"/>
              </a:spcAft>
              <a:buSzPts val="1224"/>
              <a:buNone/>
            </a:pPr>
            <a:r>
              <a:rPr b="1" lang="en-US" sz="2700">
                <a:solidFill>
                  <a:srgbClr val="000000"/>
                </a:solidFill>
                <a:latin typeface="Calibri"/>
                <a:ea typeface="Calibri"/>
                <a:cs typeface="Calibri"/>
                <a:sym typeface="Calibri"/>
              </a:rPr>
              <a:t>Color Models</a:t>
            </a:r>
            <a:endParaRPr sz="2500">
              <a:latin typeface="Calibri"/>
              <a:ea typeface="Calibri"/>
              <a:cs typeface="Calibri"/>
              <a:sym typeface="Calibri"/>
            </a:endParaRPr>
          </a:p>
          <a:p>
            <a:pPr indent="-256032" lvl="0" marL="365760" rtl="0" algn="just">
              <a:lnSpc>
                <a:spcPct val="80000"/>
              </a:lnSpc>
              <a:spcBef>
                <a:spcPts val="575"/>
              </a:spcBef>
              <a:spcAft>
                <a:spcPts val="0"/>
              </a:spcAft>
              <a:buClr>
                <a:srgbClr val="94B6D2"/>
              </a:buClr>
              <a:buSzPts val="1700"/>
              <a:buNone/>
            </a:pPr>
            <a:r>
              <a:t/>
            </a:r>
            <a:endParaRPr b="1" sz="2700">
              <a:solidFill>
                <a:srgbClr val="000000"/>
              </a:solidFill>
              <a:latin typeface="Calibri"/>
              <a:ea typeface="Calibri"/>
              <a:cs typeface="Calibri"/>
              <a:sym typeface="Calibri"/>
            </a:endParaRPr>
          </a:p>
          <a:p>
            <a:pPr indent="-273050" lvl="4" marL="1371600" rtl="0" algn="just">
              <a:lnSpc>
                <a:spcPct val="80000"/>
              </a:lnSpc>
              <a:spcBef>
                <a:spcPts val="375"/>
              </a:spcBef>
              <a:spcAft>
                <a:spcPts val="0"/>
              </a:spcAft>
              <a:buClr>
                <a:srgbClr val="A5AB81"/>
              </a:buClr>
              <a:buSzPts val="2500"/>
              <a:buFont typeface="Calibri"/>
              <a:buChar char="o"/>
            </a:pPr>
            <a:r>
              <a:rPr b="1" lang="en-US" sz="2100">
                <a:solidFill>
                  <a:srgbClr val="FF0000"/>
                </a:solidFill>
                <a:latin typeface="Calibri"/>
                <a:ea typeface="Calibri"/>
                <a:cs typeface="Calibri"/>
                <a:sym typeface="Calibri"/>
              </a:rPr>
              <a:t>RGB (Red, Green, Blue)</a:t>
            </a:r>
            <a:endParaRPr sz="2100">
              <a:latin typeface="Calibri"/>
              <a:ea typeface="Calibri"/>
              <a:cs typeface="Calibri"/>
              <a:sym typeface="Calibri"/>
            </a:endParaRPr>
          </a:p>
          <a:p>
            <a:pPr indent="-273050" lvl="4" marL="1371600" rtl="0" algn="just">
              <a:lnSpc>
                <a:spcPct val="80000"/>
              </a:lnSpc>
              <a:spcBef>
                <a:spcPts val="375"/>
              </a:spcBef>
              <a:spcAft>
                <a:spcPts val="0"/>
              </a:spcAft>
              <a:buClr>
                <a:srgbClr val="A5AB81"/>
              </a:buClr>
              <a:buSzPts val="2500"/>
              <a:buFont typeface="Calibri"/>
              <a:buChar char="o"/>
            </a:pPr>
            <a:r>
              <a:rPr b="1" lang="en-US" sz="2100">
                <a:solidFill>
                  <a:srgbClr val="FF0000"/>
                </a:solidFill>
                <a:latin typeface="Calibri"/>
                <a:ea typeface="Calibri"/>
                <a:cs typeface="Calibri"/>
                <a:sym typeface="Calibri"/>
              </a:rPr>
              <a:t>CMY (Cyan, Magenta, Yellow)</a:t>
            </a:r>
            <a:endParaRPr sz="2100">
              <a:latin typeface="Calibri"/>
              <a:ea typeface="Calibri"/>
              <a:cs typeface="Calibri"/>
              <a:sym typeface="Calibri"/>
            </a:endParaRPr>
          </a:p>
          <a:p>
            <a:pPr indent="-273050" lvl="4" marL="1371600" rtl="0" algn="just">
              <a:lnSpc>
                <a:spcPct val="80000"/>
              </a:lnSpc>
              <a:spcBef>
                <a:spcPts val="375"/>
              </a:spcBef>
              <a:spcAft>
                <a:spcPts val="0"/>
              </a:spcAft>
              <a:buClr>
                <a:srgbClr val="A5AB81"/>
              </a:buClr>
              <a:buSzPts val="2500"/>
              <a:buFont typeface="Calibri"/>
              <a:buChar char="o"/>
            </a:pPr>
            <a:r>
              <a:rPr b="1" lang="en-US" sz="2100">
                <a:solidFill>
                  <a:srgbClr val="000000"/>
                </a:solidFill>
                <a:latin typeface="Calibri"/>
                <a:ea typeface="Calibri"/>
                <a:cs typeface="Calibri"/>
                <a:sym typeface="Calibri"/>
              </a:rPr>
              <a:t>HSI (Hue, Saturation, Intensity)</a:t>
            </a:r>
            <a:endParaRPr sz="2100">
              <a:latin typeface="Calibri"/>
              <a:ea typeface="Calibri"/>
              <a:cs typeface="Calibri"/>
              <a:sym typeface="Calibri"/>
            </a:endParaRPr>
          </a:p>
          <a:p>
            <a:pPr indent="-273050" lvl="4" marL="1371600" rtl="0" algn="just">
              <a:lnSpc>
                <a:spcPct val="80000"/>
              </a:lnSpc>
              <a:spcBef>
                <a:spcPts val="375"/>
              </a:spcBef>
              <a:spcAft>
                <a:spcPts val="0"/>
              </a:spcAft>
              <a:buClr>
                <a:srgbClr val="A5AB81"/>
              </a:buClr>
              <a:buSzPts val="2500"/>
              <a:buFont typeface="Calibri"/>
              <a:buChar char="o"/>
            </a:pPr>
            <a:r>
              <a:rPr b="1" lang="en-US" sz="2100">
                <a:solidFill>
                  <a:srgbClr val="000000"/>
                </a:solidFill>
                <a:latin typeface="Calibri"/>
                <a:ea typeface="Calibri"/>
                <a:cs typeface="Calibri"/>
                <a:sym typeface="Calibri"/>
              </a:rPr>
              <a:t>YIQ (Luminance, In phase, Quadrature)</a:t>
            </a:r>
            <a:endParaRPr sz="2100">
              <a:latin typeface="Calibri"/>
              <a:ea typeface="Calibri"/>
              <a:cs typeface="Calibri"/>
              <a:sym typeface="Calibri"/>
            </a:endParaRPr>
          </a:p>
          <a:p>
            <a:pPr indent="-273050" lvl="4" marL="1371600" rtl="0" algn="just">
              <a:lnSpc>
                <a:spcPct val="80000"/>
              </a:lnSpc>
              <a:spcBef>
                <a:spcPts val="375"/>
              </a:spcBef>
              <a:spcAft>
                <a:spcPts val="0"/>
              </a:spcAft>
              <a:buClr>
                <a:srgbClr val="A5AB81"/>
              </a:buClr>
              <a:buSzPts val="2500"/>
              <a:buFont typeface="Calibri"/>
              <a:buChar char="o"/>
            </a:pPr>
            <a:r>
              <a:rPr b="1" lang="en-US" sz="2100">
                <a:solidFill>
                  <a:srgbClr val="000000"/>
                </a:solidFill>
                <a:latin typeface="Calibri"/>
                <a:ea typeface="Calibri"/>
                <a:cs typeface="Calibri"/>
                <a:sym typeface="Calibri"/>
              </a:rPr>
              <a:t>YUV (Y' stands for the luma component (the brightness) and</a:t>
            </a:r>
            <a:endParaRPr b="1" sz="2100">
              <a:solidFill>
                <a:srgbClr val="000000"/>
              </a:solidFill>
              <a:latin typeface="Calibri"/>
              <a:ea typeface="Calibri"/>
              <a:cs typeface="Calibri"/>
              <a:sym typeface="Calibri"/>
            </a:endParaRPr>
          </a:p>
          <a:p>
            <a:pPr indent="0" lvl="0" marL="1371600" rtl="0" algn="just">
              <a:lnSpc>
                <a:spcPct val="80000"/>
              </a:lnSpc>
              <a:spcBef>
                <a:spcPts val="375"/>
              </a:spcBef>
              <a:spcAft>
                <a:spcPts val="0"/>
              </a:spcAft>
              <a:buSzPts val="1224"/>
              <a:buNone/>
            </a:pPr>
            <a:r>
              <a:rPr b="1" lang="en-US" sz="2100">
                <a:solidFill>
                  <a:srgbClr val="000000"/>
                </a:solidFill>
                <a:latin typeface="Calibri"/>
                <a:ea typeface="Calibri"/>
                <a:cs typeface="Calibri"/>
                <a:sym typeface="Calibri"/>
              </a:rPr>
              <a:t> U and V are the chrominance (color) components )</a:t>
            </a:r>
            <a:endParaRPr sz="2100">
              <a:latin typeface="Calibri"/>
              <a:ea typeface="Calibri"/>
              <a:cs typeface="Calibri"/>
              <a:sym typeface="Calibri"/>
            </a:endParaRPr>
          </a:p>
          <a:p>
            <a:pPr indent="-227013" lvl="4" marL="1371600" rtl="0" algn="just">
              <a:lnSpc>
                <a:spcPct val="80000"/>
              </a:lnSpc>
              <a:spcBef>
                <a:spcPts val="375"/>
              </a:spcBef>
              <a:spcAft>
                <a:spcPts val="0"/>
              </a:spcAft>
              <a:buClr>
                <a:schemeClr val="dk1"/>
              </a:buClr>
              <a:buSzPts val="1800"/>
              <a:buNone/>
            </a:pPr>
            <a:r>
              <a:t/>
            </a:r>
            <a:endParaRPr b="1" sz="2100">
              <a:solidFill>
                <a:srgbClr val="000000"/>
              </a:solidFill>
              <a:latin typeface="Calibri"/>
              <a:ea typeface="Calibri"/>
              <a:cs typeface="Calibri"/>
              <a:sym typeface="Calibri"/>
            </a:endParaRPr>
          </a:p>
          <a:p>
            <a:pPr indent="-139446" lvl="0" marL="365760" rtl="0" algn="l">
              <a:lnSpc>
                <a:spcPct val="115000"/>
              </a:lnSpc>
              <a:spcBef>
                <a:spcPts val="400"/>
              </a:spcBef>
              <a:spcAft>
                <a:spcPts val="0"/>
              </a:spcAft>
              <a:buSzPts val="1836"/>
              <a:buNone/>
            </a:pPr>
            <a:r>
              <a:t/>
            </a:r>
            <a:endParaRPr sz="2500">
              <a:latin typeface="Calibri"/>
              <a:ea typeface="Calibri"/>
              <a:cs typeface="Calibri"/>
              <a:sym typeface="Calibri"/>
            </a:endParaRPr>
          </a:p>
        </p:txBody>
      </p:sp>
      <p:sp>
        <p:nvSpPr>
          <p:cNvPr id="119" name="Google Shape;119;p6"/>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20" name="Google Shape;120;p6"/>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DD8047"/>
              </a:buClr>
              <a:buSzPts val="4400"/>
              <a:buFont typeface="Verdana"/>
              <a:buNone/>
            </a:pPr>
            <a:r>
              <a:rPr b="0" i="0" lang="en-US" sz="2600" u="none" cap="none" strike="noStrike">
                <a:solidFill>
                  <a:schemeClr val="dk1"/>
                </a:solidFill>
                <a:latin typeface="Verdana"/>
                <a:ea typeface="Verdana"/>
                <a:cs typeface="Verdana"/>
                <a:sym typeface="Verdana"/>
              </a:rPr>
              <a:t>Different Color Models</a:t>
            </a:r>
            <a:endParaRPr b="0" i="0" sz="800" u="none" cap="none" strike="noStrike">
              <a:solidFill>
                <a:schemeClr val="dk1"/>
              </a:solidFill>
              <a:latin typeface="Verdana"/>
              <a:ea typeface="Verdana"/>
              <a:cs typeface="Verdana"/>
              <a:sym typeface="Verdana"/>
            </a:endParaRPr>
          </a:p>
        </p:txBody>
      </p:sp>
      <p:pic>
        <p:nvPicPr>
          <p:cNvPr id="121" name="Google Shape;121;p6"/>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7"/>
          <p:cNvSpPr txBox="1"/>
          <p:nvPr>
            <p:ph idx="3" type="body"/>
          </p:nvPr>
        </p:nvSpPr>
        <p:spPr>
          <a:xfrm>
            <a:off x="457200" y="1444294"/>
            <a:ext cx="8077200" cy="3941763"/>
          </a:xfrm>
          <a:prstGeom prst="rect">
            <a:avLst/>
          </a:prstGeom>
          <a:noFill/>
          <a:ln>
            <a:noFill/>
          </a:ln>
        </p:spPr>
        <p:txBody>
          <a:bodyPr anchorCtr="0" anchor="t" bIns="45700" lIns="91425" spcFirstLastPara="1" rIns="91425" wrap="square" tIns="45700">
            <a:normAutofit/>
          </a:bodyPr>
          <a:lstStyle/>
          <a:p>
            <a:pPr indent="-256032" lvl="0" marL="365760" rtl="0" algn="l">
              <a:lnSpc>
                <a:spcPct val="115000"/>
              </a:lnSpc>
              <a:spcBef>
                <a:spcPts val="0"/>
              </a:spcBef>
              <a:spcAft>
                <a:spcPts val="0"/>
              </a:spcAft>
              <a:buClr>
                <a:schemeClr val="dk1"/>
              </a:buClr>
              <a:buSzPts val="1632"/>
              <a:buFont typeface="Calibri"/>
              <a:buChar char="●"/>
            </a:pPr>
            <a:r>
              <a:rPr lang="en-US">
                <a:solidFill>
                  <a:schemeClr val="dk1"/>
                </a:solidFill>
                <a:latin typeface="Calibri"/>
                <a:ea typeface="Calibri"/>
                <a:cs typeface="Calibri"/>
                <a:sym typeface="Calibri"/>
              </a:rPr>
              <a:t>When white light is incident on an opaque object, some frequencies are reflected and some are absorbed.</a:t>
            </a:r>
            <a:endParaRPr>
              <a:solidFill>
                <a:schemeClr val="dk1"/>
              </a:solidFill>
              <a:latin typeface="Calibri"/>
              <a:ea typeface="Calibri"/>
              <a:cs typeface="Calibri"/>
              <a:sym typeface="Calibri"/>
            </a:endParaRPr>
          </a:p>
          <a:p>
            <a:pPr indent="-256032" lvl="0" marL="365760" rtl="0" algn="l">
              <a:lnSpc>
                <a:spcPct val="115000"/>
              </a:lnSpc>
              <a:spcBef>
                <a:spcPts val="400"/>
              </a:spcBef>
              <a:spcAft>
                <a:spcPts val="0"/>
              </a:spcAft>
              <a:buClr>
                <a:schemeClr val="dk1"/>
              </a:buClr>
              <a:buSzPts val="1632"/>
              <a:buFont typeface="Calibri"/>
              <a:buChar char="●"/>
            </a:pPr>
            <a:r>
              <a:rPr lang="en-US">
                <a:solidFill>
                  <a:schemeClr val="dk1"/>
                </a:solidFill>
                <a:latin typeface="Calibri"/>
                <a:ea typeface="Calibri"/>
                <a:cs typeface="Calibri"/>
                <a:sym typeface="Calibri"/>
              </a:rPr>
              <a:t>The combination of frequencies present in the reflected light determines the color of the object that we see.</a:t>
            </a:r>
            <a:endParaRPr>
              <a:solidFill>
                <a:schemeClr val="dk1"/>
              </a:solidFill>
              <a:latin typeface="Calibri"/>
              <a:ea typeface="Calibri"/>
              <a:cs typeface="Calibri"/>
              <a:sym typeface="Calibri"/>
            </a:endParaRPr>
          </a:p>
        </p:txBody>
      </p:sp>
      <p:sp>
        <p:nvSpPr>
          <p:cNvPr id="127" name="Google Shape;127;p7"/>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pic>
        <p:nvPicPr>
          <p:cNvPr descr="E:\study\11th semister\graphics design\presentation\class lecture color\light.PNG" id="128" name="Google Shape;128;p7"/>
          <p:cNvPicPr preferRelativeResize="0"/>
          <p:nvPr/>
        </p:nvPicPr>
        <p:blipFill rotWithShape="1">
          <a:blip r:embed="rId3">
            <a:alphaModFix/>
          </a:blip>
          <a:srcRect b="0" l="0" r="0" t="0"/>
          <a:stretch/>
        </p:blipFill>
        <p:spPr>
          <a:xfrm>
            <a:off x="1600200" y="3733800"/>
            <a:ext cx="6019800" cy="2590800"/>
          </a:xfrm>
          <a:prstGeom prst="rect">
            <a:avLst/>
          </a:prstGeom>
          <a:noFill/>
          <a:ln>
            <a:noFill/>
          </a:ln>
        </p:spPr>
      </p:pic>
      <p:sp>
        <p:nvSpPr>
          <p:cNvPr id="129" name="Google Shape;129;p7"/>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B4490F"/>
              </a:buClr>
              <a:buSzPts val="4100"/>
              <a:buFont typeface="Lucida Sans"/>
              <a:buNone/>
            </a:pPr>
            <a:r>
              <a:rPr b="0" i="0" lang="en-US" sz="2800" u="none" cap="none" strike="noStrike">
                <a:solidFill>
                  <a:schemeClr val="dk1"/>
                </a:solidFill>
                <a:latin typeface="Arial"/>
                <a:ea typeface="Arial"/>
                <a:cs typeface="Arial"/>
                <a:sym typeface="Arial"/>
              </a:rPr>
              <a:t>Properties of light</a:t>
            </a:r>
            <a:endParaRPr b="0" i="0" sz="2600" u="none" cap="none" strike="noStrike">
              <a:solidFill>
                <a:schemeClr val="dk1"/>
              </a:solidFill>
              <a:latin typeface="Verdana"/>
              <a:ea typeface="Verdana"/>
              <a:cs typeface="Verdana"/>
              <a:sym typeface="Verdana"/>
            </a:endParaRPr>
          </a:p>
        </p:txBody>
      </p:sp>
      <p:pic>
        <p:nvPicPr>
          <p:cNvPr id="130" name="Google Shape;130;p7"/>
          <p:cNvPicPr preferRelativeResize="0"/>
          <p:nvPr/>
        </p:nvPicPr>
        <p:blipFill rotWithShape="1">
          <a:blip r:embed="rId4">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8"/>
          <p:cNvSpPr txBox="1"/>
          <p:nvPr>
            <p:ph idx="1" type="body"/>
          </p:nvPr>
        </p:nvSpPr>
        <p:spPr>
          <a:xfrm>
            <a:off x="405636" y="1460699"/>
            <a:ext cx="8229600" cy="4877700"/>
          </a:xfrm>
          <a:prstGeom prst="rect">
            <a:avLst/>
          </a:prstGeom>
          <a:noFill/>
          <a:ln>
            <a:noFill/>
          </a:ln>
        </p:spPr>
        <p:txBody>
          <a:bodyPr anchorCtr="0" anchor="t" bIns="45700" lIns="91425" spcFirstLastPara="1" rIns="91425" wrap="square" tIns="45700">
            <a:noAutofit/>
          </a:bodyPr>
          <a:lstStyle/>
          <a:p>
            <a:pPr indent="-365760" lvl="0" marL="457200" rtl="0" algn="just">
              <a:lnSpc>
                <a:spcPct val="95000"/>
              </a:lnSpc>
              <a:spcBef>
                <a:spcPts val="0"/>
              </a:spcBef>
              <a:spcAft>
                <a:spcPts val="0"/>
              </a:spcAft>
              <a:buClr>
                <a:schemeClr val="dk1"/>
              </a:buClr>
              <a:buSzPts val="2160"/>
              <a:buFont typeface="Calibri"/>
              <a:buChar char="●"/>
            </a:pPr>
            <a:r>
              <a:rPr lang="en-US" sz="2160">
                <a:solidFill>
                  <a:schemeClr val="dk1"/>
                </a:solidFill>
                <a:latin typeface="Calibri"/>
                <a:ea typeface="Calibri"/>
                <a:cs typeface="Calibri"/>
                <a:sym typeface="Calibri"/>
              </a:rPr>
              <a:t>In this model, the primary colors are red, green, and blue. It is an additive model, in which colors are produced by adding components, with white having all colors present and black being the absence of any color. </a:t>
            </a:r>
            <a:endParaRPr sz="1460">
              <a:solidFill>
                <a:schemeClr val="dk1"/>
              </a:solidFill>
              <a:latin typeface="Calibri"/>
              <a:ea typeface="Calibri"/>
              <a:cs typeface="Calibri"/>
              <a:sym typeface="Calibri"/>
            </a:endParaRPr>
          </a:p>
          <a:p>
            <a:pPr indent="0" lvl="0" marL="457200" rtl="0" algn="just">
              <a:lnSpc>
                <a:spcPct val="95000"/>
              </a:lnSpc>
              <a:spcBef>
                <a:spcPts val="575"/>
              </a:spcBef>
              <a:spcAft>
                <a:spcPts val="0"/>
              </a:spcAft>
              <a:buNone/>
            </a:pPr>
            <a:r>
              <a:t/>
            </a:r>
            <a:endParaRPr sz="2160">
              <a:solidFill>
                <a:schemeClr val="dk1"/>
              </a:solidFill>
              <a:latin typeface="Calibri"/>
              <a:ea typeface="Calibri"/>
              <a:cs typeface="Calibri"/>
              <a:sym typeface="Calibri"/>
            </a:endParaRPr>
          </a:p>
          <a:p>
            <a:pPr indent="-365760" lvl="0" marL="457200" rtl="0" algn="just">
              <a:lnSpc>
                <a:spcPct val="95000"/>
              </a:lnSpc>
              <a:spcBef>
                <a:spcPts val="575"/>
              </a:spcBef>
              <a:spcAft>
                <a:spcPts val="0"/>
              </a:spcAft>
              <a:buClr>
                <a:schemeClr val="dk1"/>
              </a:buClr>
              <a:buSzPts val="2160"/>
              <a:buFont typeface="Calibri"/>
              <a:buChar char="●"/>
            </a:pPr>
            <a:r>
              <a:rPr lang="en-US" sz="2160">
                <a:solidFill>
                  <a:schemeClr val="dk1"/>
                </a:solidFill>
                <a:latin typeface="Calibri"/>
                <a:ea typeface="Calibri"/>
                <a:cs typeface="Calibri"/>
                <a:sym typeface="Calibri"/>
              </a:rPr>
              <a:t>This is the model used for active displays such as television and computer screens. </a:t>
            </a:r>
            <a:endParaRPr sz="1460">
              <a:solidFill>
                <a:schemeClr val="dk1"/>
              </a:solidFill>
              <a:latin typeface="Calibri"/>
              <a:ea typeface="Calibri"/>
              <a:cs typeface="Calibri"/>
              <a:sym typeface="Calibri"/>
            </a:endParaRPr>
          </a:p>
          <a:p>
            <a:pPr indent="0" lvl="0" marL="457200" rtl="0" algn="just">
              <a:lnSpc>
                <a:spcPct val="95000"/>
              </a:lnSpc>
              <a:spcBef>
                <a:spcPts val="575"/>
              </a:spcBef>
              <a:spcAft>
                <a:spcPts val="0"/>
              </a:spcAft>
              <a:buNone/>
            </a:pPr>
            <a:r>
              <a:t/>
            </a:r>
            <a:endParaRPr sz="2160">
              <a:solidFill>
                <a:schemeClr val="dk1"/>
              </a:solidFill>
              <a:latin typeface="Calibri"/>
              <a:ea typeface="Calibri"/>
              <a:cs typeface="Calibri"/>
              <a:sym typeface="Calibri"/>
            </a:endParaRPr>
          </a:p>
          <a:p>
            <a:pPr indent="-365760" lvl="0" marL="457200" rtl="0" algn="just">
              <a:lnSpc>
                <a:spcPct val="95000"/>
              </a:lnSpc>
              <a:spcBef>
                <a:spcPts val="575"/>
              </a:spcBef>
              <a:spcAft>
                <a:spcPts val="0"/>
              </a:spcAft>
              <a:buClr>
                <a:schemeClr val="dk1"/>
              </a:buClr>
              <a:buSzPts val="2160"/>
              <a:buFont typeface="Calibri"/>
              <a:buChar char="●"/>
            </a:pPr>
            <a:r>
              <a:rPr lang="en-US" sz="2160">
                <a:solidFill>
                  <a:schemeClr val="dk1"/>
                </a:solidFill>
                <a:latin typeface="Calibri"/>
                <a:ea typeface="Calibri"/>
                <a:cs typeface="Calibri"/>
                <a:sym typeface="Calibri"/>
              </a:rPr>
              <a:t>The RGB model is usually represented by a unit cube with one corner located at the origin of a three-dimensional color coordinate system, the axes being labeled R, G, B, and having a range of values [0, 1]. The origin (0, 0, 0) is considered black and the diagonally opposite corner (1, 1, 1) is called white. The line joining black to white represents a gray scale and has equal components of R, G, B.</a:t>
            </a:r>
            <a:endParaRPr sz="1460">
              <a:solidFill>
                <a:schemeClr val="dk1"/>
              </a:solidFill>
              <a:latin typeface="Calibri"/>
              <a:ea typeface="Calibri"/>
              <a:cs typeface="Calibri"/>
              <a:sym typeface="Calibri"/>
            </a:endParaRPr>
          </a:p>
          <a:p>
            <a:pPr indent="-174422" lvl="0" marL="365760" rtl="0" algn="l">
              <a:lnSpc>
                <a:spcPct val="95000"/>
              </a:lnSpc>
              <a:spcBef>
                <a:spcPts val="400"/>
              </a:spcBef>
              <a:spcAft>
                <a:spcPts val="0"/>
              </a:spcAft>
              <a:buSzPts val="1285"/>
              <a:buNone/>
            </a:pPr>
            <a:r>
              <a:t/>
            </a:r>
            <a:endParaRPr sz="1460">
              <a:solidFill>
                <a:schemeClr val="dk1"/>
              </a:solidFill>
              <a:latin typeface="Calibri"/>
              <a:ea typeface="Calibri"/>
              <a:cs typeface="Calibri"/>
              <a:sym typeface="Calibri"/>
            </a:endParaRPr>
          </a:p>
        </p:txBody>
      </p:sp>
      <p:sp>
        <p:nvSpPr>
          <p:cNvPr id="136" name="Google Shape;136;p8"/>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37" name="Google Shape;137;p8"/>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DD8047"/>
              </a:buClr>
              <a:buSzPts val="4400"/>
              <a:buFont typeface="Verdana"/>
              <a:buNone/>
            </a:pPr>
            <a:r>
              <a:rPr b="0" i="0" lang="en-US" sz="2659" u="none" cap="none" strike="noStrike">
                <a:solidFill>
                  <a:schemeClr val="dk1"/>
                </a:solidFill>
                <a:latin typeface="Verdana"/>
                <a:ea typeface="Verdana"/>
                <a:cs typeface="Verdana"/>
                <a:sym typeface="Verdana"/>
              </a:rPr>
              <a:t>RGB Model</a:t>
            </a:r>
            <a:endParaRPr b="0" i="0" sz="2600" u="none" cap="none" strike="noStrike">
              <a:solidFill>
                <a:schemeClr val="dk1"/>
              </a:solidFill>
              <a:latin typeface="Verdana"/>
              <a:ea typeface="Verdana"/>
              <a:cs typeface="Verdana"/>
              <a:sym typeface="Verdana"/>
            </a:endParaRPr>
          </a:p>
        </p:txBody>
      </p:sp>
      <p:pic>
        <p:nvPicPr>
          <p:cNvPr id="138" name="Google Shape;138;p8"/>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txBox="1"/>
          <p:nvPr>
            <p:ph idx="3" type="body"/>
          </p:nvPr>
        </p:nvSpPr>
        <p:spPr>
          <a:xfrm>
            <a:off x="457200" y="1444300"/>
            <a:ext cx="8410800" cy="3941700"/>
          </a:xfrm>
          <a:prstGeom prst="rect">
            <a:avLst/>
          </a:prstGeom>
          <a:noFill/>
          <a:ln>
            <a:noFill/>
          </a:ln>
        </p:spPr>
        <p:txBody>
          <a:bodyPr anchorCtr="0" anchor="t" bIns="45700" lIns="91425" spcFirstLastPara="1" rIns="91425" wrap="square" tIns="45700">
            <a:normAutofit/>
          </a:bodyPr>
          <a:lstStyle/>
          <a:p>
            <a:pPr indent="-393700" lvl="0" marL="457200" rtl="0" algn="just">
              <a:lnSpc>
                <a:spcPct val="100000"/>
              </a:lnSpc>
              <a:spcBef>
                <a:spcPts val="0"/>
              </a:spcBef>
              <a:spcAft>
                <a:spcPts val="0"/>
              </a:spcAft>
              <a:buClr>
                <a:schemeClr val="dk1"/>
              </a:buClr>
              <a:buSzPts val="2600"/>
              <a:buFont typeface="Calibri"/>
              <a:buChar char="●"/>
            </a:pPr>
            <a:r>
              <a:rPr lang="en-US" sz="2600">
                <a:solidFill>
                  <a:srgbClr val="000000"/>
                </a:solidFill>
                <a:latin typeface="Calibri"/>
                <a:ea typeface="Calibri"/>
                <a:cs typeface="Calibri"/>
                <a:sym typeface="Calibri"/>
              </a:rPr>
              <a:t>Each color is represented in its primary color components </a:t>
            </a:r>
            <a:r>
              <a:rPr lang="en-US" sz="2600">
                <a:solidFill>
                  <a:srgbClr val="FF0000"/>
                </a:solidFill>
                <a:latin typeface="Calibri"/>
                <a:ea typeface="Calibri"/>
                <a:cs typeface="Calibri"/>
                <a:sym typeface="Calibri"/>
              </a:rPr>
              <a:t>Red</a:t>
            </a:r>
            <a:r>
              <a:rPr lang="en-US" sz="2600">
                <a:solidFill>
                  <a:srgbClr val="000000"/>
                </a:solidFill>
                <a:latin typeface="Calibri"/>
                <a:ea typeface="Calibri"/>
                <a:cs typeface="Calibri"/>
                <a:sym typeface="Calibri"/>
              </a:rPr>
              <a:t>, </a:t>
            </a:r>
            <a:r>
              <a:rPr lang="en-US" sz="2600">
                <a:solidFill>
                  <a:srgbClr val="33CC33"/>
                </a:solidFill>
                <a:latin typeface="Calibri"/>
                <a:ea typeface="Calibri"/>
                <a:cs typeface="Calibri"/>
                <a:sym typeface="Calibri"/>
              </a:rPr>
              <a:t>Green</a:t>
            </a:r>
            <a:r>
              <a:rPr lang="en-US" sz="2600">
                <a:solidFill>
                  <a:srgbClr val="000000"/>
                </a:solidFill>
                <a:latin typeface="Calibri"/>
                <a:ea typeface="Calibri"/>
                <a:cs typeface="Calibri"/>
                <a:sym typeface="Calibri"/>
              </a:rPr>
              <a:t> and </a:t>
            </a:r>
            <a:r>
              <a:rPr lang="en-US" sz="2600">
                <a:solidFill>
                  <a:srgbClr val="3333CC"/>
                </a:solidFill>
                <a:latin typeface="Calibri"/>
                <a:ea typeface="Calibri"/>
                <a:cs typeface="Calibri"/>
                <a:sym typeface="Calibri"/>
              </a:rPr>
              <a:t>Blue</a:t>
            </a:r>
            <a:endParaRPr sz="2600">
              <a:solidFill>
                <a:srgbClr val="3333CC"/>
              </a:solidFill>
              <a:latin typeface="Calibri"/>
              <a:ea typeface="Calibri"/>
              <a:cs typeface="Calibri"/>
              <a:sym typeface="Calibri"/>
            </a:endParaRPr>
          </a:p>
          <a:p>
            <a:pPr indent="-393700" lvl="0" marL="457200" rtl="0" algn="just">
              <a:lnSpc>
                <a:spcPct val="100000"/>
              </a:lnSpc>
              <a:spcBef>
                <a:spcPts val="0"/>
              </a:spcBef>
              <a:spcAft>
                <a:spcPts val="0"/>
              </a:spcAft>
              <a:buClr>
                <a:schemeClr val="dk1"/>
              </a:buClr>
              <a:buSzPts val="2600"/>
              <a:buFont typeface="Calibri"/>
              <a:buChar char="●"/>
            </a:pPr>
            <a:r>
              <a:rPr lang="en-US" sz="2600">
                <a:solidFill>
                  <a:srgbClr val="000000"/>
                </a:solidFill>
                <a:latin typeface="Calibri"/>
                <a:ea typeface="Calibri"/>
                <a:cs typeface="Calibri"/>
                <a:sym typeface="Calibri"/>
              </a:rPr>
              <a:t>This model is based on </a:t>
            </a:r>
            <a:r>
              <a:rPr lang="en-US" sz="2600">
                <a:solidFill>
                  <a:srgbClr val="3333CC"/>
                </a:solidFill>
                <a:latin typeface="Calibri"/>
                <a:ea typeface="Calibri"/>
                <a:cs typeface="Calibri"/>
                <a:sym typeface="Calibri"/>
              </a:rPr>
              <a:t>Cartesian Coordinate System</a:t>
            </a:r>
            <a:endParaRPr sz="2600">
              <a:latin typeface="Calibri"/>
              <a:ea typeface="Calibri"/>
              <a:cs typeface="Calibri"/>
              <a:sym typeface="Calibri"/>
            </a:endParaRPr>
          </a:p>
          <a:p>
            <a:pPr indent="-152400" lvl="0" marL="365760" rtl="0" algn="l">
              <a:lnSpc>
                <a:spcPct val="115000"/>
              </a:lnSpc>
              <a:spcBef>
                <a:spcPts val="400"/>
              </a:spcBef>
              <a:spcAft>
                <a:spcPts val="0"/>
              </a:spcAft>
              <a:buSzPts val="1632"/>
              <a:buNone/>
            </a:pPr>
            <a:r>
              <a:t/>
            </a:r>
            <a:endParaRPr/>
          </a:p>
        </p:txBody>
      </p:sp>
      <p:pic>
        <p:nvPicPr>
          <p:cNvPr id="144" name="Google Shape;144;p9"/>
          <p:cNvPicPr preferRelativeResize="0"/>
          <p:nvPr>
            <p:ph idx="4" type="body"/>
          </p:nvPr>
        </p:nvPicPr>
        <p:blipFill rotWithShape="1">
          <a:blip r:embed="rId3">
            <a:alphaModFix/>
          </a:blip>
          <a:srcRect b="0" l="0" r="0" t="0"/>
          <a:stretch/>
        </p:blipFill>
        <p:spPr>
          <a:xfrm>
            <a:off x="4476161" y="2984700"/>
            <a:ext cx="3955200" cy="3124200"/>
          </a:xfrm>
          <a:prstGeom prst="rect">
            <a:avLst/>
          </a:prstGeom>
          <a:noFill/>
          <a:ln>
            <a:noFill/>
          </a:ln>
        </p:spPr>
      </p:pic>
      <p:sp>
        <p:nvSpPr>
          <p:cNvPr id="145" name="Google Shape;145;p9"/>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46" name="Google Shape;146;p9"/>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DD8047"/>
              </a:buClr>
              <a:buSzPts val="4400"/>
              <a:buFont typeface="Verdana"/>
              <a:buNone/>
            </a:pPr>
            <a:r>
              <a:rPr b="0" i="0" lang="en-US" sz="2659" u="none" cap="none" strike="noStrike">
                <a:solidFill>
                  <a:schemeClr val="dk1"/>
                </a:solidFill>
                <a:latin typeface="Verdana"/>
                <a:ea typeface="Verdana"/>
                <a:cs typeface="Verdana"/>
                <a:sym typeface="Verdana"/>
              </a:rPr>
              <a:t>RGB Model</a:t>
            </a:r>
            <a:endParaRPr b="1" i="0" sz="800" u="none" cap="none" strike="noStrike">
              <a:solidFill>
                <a:schemeClr val="dk1"/>
              </a:solidFill>
              <a:latin typeface="Georgia"/>
              <a:ea typeface="Georgia"/>
              <a:cs typeface="Georgia"/>
              <a:sym typeface="Georgia"/>
            </a:endParaRPr>
          </a:p>
        </p:txBody>
      </p:sp>
      <p:pic>
        <p:nvPicPr>
          <p:cNvPr id="147" name="Google Shape;147;p9"/>
          <p:cNvPicPr preferRelativeResize="0"/>
          <p:nvPr/>
        </p:nvPicPr>
        <p:blipFill rotWithShape="1">
          <a:blip r:embed="rId4">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0"/>
          <p:cNvSpPr txBox="1"/>
          <p:nvPr>
            <p:ph idx="1" type="body"/>
          </p:nvPr>
        </p:nvSpPr>
        <p:spPr>
          <a:xfrm>
            <a:off x="1133300" y="1481325"/>
            <a:ext cx="6002100" cy="3537000"/>
          </a:xfrm>
          <a:prstGeom prst="rect">
            <a:avLst/>
          </a:prstGeom>
          <a:noFill/>
          <a:ln>
            <a:noFill/>
          </a:ln>
        </p:spPr>
        <p:txBody>
          <a:bodyPr anchorCtr="0" anchor="t" bIns="45700" lIns="91425" spcFirstLastPara="1" rIns="91425" wrap="square" tIns="45700">
            <a:normAutofit/>
          </a:bodyPr>
          <a:lstStyle/>
          <a:p>
            <a:pPr indent="-236982" lvl="0" marL="365760" rtl="0" algn="l">
              <a:lnSpc>
                <a:spcPct val="115000"/>
              </a:lnSpc>
              <a:spcBef>
                <a:spcPts val="0"/>
              </a:spcBef>
              <a:spcAft>
                <a:spcPts val="0"/>
              </a:spcAft>
              <a:buClr>
                <a:schemeClr val="dk1"/>
              </a:buClr>
              <a:buSzPts val="1536"/>
              <a:buFont typeface="Calibri"/>
              <a:buChar char="●"/>
            </a:pPr>
            <a:r>
              <a:rPr lang="en-US" sz="2100">
                <a:solidFill>
                  <a:schemeClr val="dk1"/>
                </a:solidFill>
                <a:latin typeface="Calibri"/>
                <a:ea typeface="Calibri"/>
                <a:cs typeface="Calibri"/>
                <a:sym typeface="Calibri"/>
              </a:rPr>
              <a:t>Additive color model.</a:t>
            </a:r>
            <a:endParaRPr sz="2100">
              <a:solidFill>
                <a:schemeClr val="dk1"/>
              </a:solidFill>
              <a:latin typeface="Calibri"/>
              <a:ea typeface="Calibri"/>
              <a:cs typeface="Calibri"/>
              <a:sym typeface="Calibri"/>
            </a:endParaRPr>
          </a:p>
          <a:p>
            <a:pPr indent="-236982" lvl="0" marL="365760" rtl="0" algn="l">
              <a:lnSpc>
                <a:spcPct val="115000"/>
              </a:lnSpc>
              <a:spcBef>
                <a:spcPts val="400"/>
              </a:spcBef>
              <a:spcAft>
                <a:spcPts val="0"/>
              </a:spcAft>
              <a:buClr>
                <a:schemeClr val="dk1"/>
              </a:buClr>
              <a:buSzPts val="1536"/>
              <a:buFont typeface="Calibri"/>
              <a:buChar char="●"/>
            </a:pPr>
            <a:r>
              <a:rPr lang="en-US" sz="2100">
                <a:solidFill>
                  <a:schemeClr val="dk1"/>
                </a:solidFill>
                <a:latin typeface="Calibri"/>
                <a:ea typeface="Calibri"/>
                <a:cs typeface="Calibri"/>
                <a:sym typeface="Calibri"/>
              </a:rPr>
              <a:t>For computer display.</a:t>
            </a:r>
            <a:endParaRPr sz="2100">
              <a:solidFill>
                <a:schemeClr val="dk1"/>
              </a:solidFill>
              <a:latin typeface="Calibri"/>
              <a:ea typeface="Calibri"/>
              <a:cs typeface="Calibri"/>
              <a:sym typeface="Calibri"/>
            </a:endParaRPr>
          </a:p>
          <a:p>
            <a:pPr indent="-236982" lvl="0" marL="365760" rtl="0" algn="l">
              <a:lnSpc>
                <a:spcPct val="115000"/>
              </a:lnSpc>
              <a:spcBef>
                <a:spcPts val="400"/>
              </a:spcBef>
              <a:spcAft>
                <a:spcPts val="0"/>
              </a:spcAft>
              <a:buClr>
                <a:schemeClr val="dk1"/>
              </a:buClr>
              <a:buSzPts val="1536"/>
              <a:buFont typeface="Calibri"/>
              <a:buChar char="●"/>
            </a:pPr>
            <a:r>
              <a:rPr lang="en-US" sz="2100">
                <a:solidFill>
                  <a:schemeClr val="dk1"/>
                </a:solidFill>
                <a:latin typeface="Calibri"/>
                <a:ea typeface="Calibri"/>
                <a:cs typeface="Calibri"/>
                <a:sym typeface="Calibri"/>
              </a:rPr>
              <a:t>Uses light to display color.</a:t>
            </a:r>
            <a:endParaRPr sz="2100">
              <a:solidFill>
                <a:schemeClr val="dk1"/>
              </a:solidFill>
              <a:latin typeface="Calibri"/>
              <a:ea typeface="Calibri"/>
              <a:cs typeface="Calibri"/>
              <a:sym typeface="Calibri"/>
            </a:endParaRPr>
          </a:p>
          <a:p>
            <a:pPr indent="-236982" lvl="0" marL="365760" rtl="0" algn="l">
              <a:lnSpc>
                <a:spcPct val="115000"/>
              </a:lnSpc>
              <a:spcBef>
                <a:spcPts val="400"/>
              </a:spcBef>
              <a:spcAft>
                <a:spcPts val="0"/>
              </a:spcAft>
              <a:buClr>
                <a:schemeClr val="dk1"/>
              </a:buClr>
              <a:buSzPts val="1536"/>
              <a:buFont typeface="Calibri"/>
              <a:buChar char="●"/>
            </a:pPr>
            <a:r>
              <a:rPr lang="en-US" sz="2100">
                <a:solidFill>
                  <a:schemeClr val="dk1"/>
                </a:solidFill>
                <a:latin typeface="Calibri"/>
                <a:ea typeface="Calibri"/>
                <a:cs typeface="Calibri"/>
                <a:sym typeface="Calibri"/>
              </a:rPr>
              <a:t>Colors result from transmitted light.</a:t>
            </a:r>
            <a:endParaRPr sz="2100">
              <a:solidFill>
                <a:schemeClr val="dk1"/>
              </a:solidFill>
              <a:latin typeface="Calibri"/>
              <a:ea typeface="Calibri"/>
              <a:cs typeface="Calibri"/>
              <a:sym typeface="Calibri"/>
            </a:endParaRPr>
          </a:p>
          <a:p>
            <a:pPr indent="-236982" lvl="0" marL="365760" rtl="0" algn="l">
              <a:lnSpc>
                <a:spcPct val="115000"/>
              </a:lnSpc>
              <a:spcBef>
                <a:spcPts val="400"/>
              </a:spcBef>
              <a:spcAft>
                <a:spcPts val="0"/>
              </a:spcAft>
              <a:buClr>
                <a:schemeClr val="dk1"/>
              </a:buClr>
              <a:buSzPts val="1536"/>
              <a:buFont typeface="Calibri"/>
              <a:buChar char="●"/>
            </a:pPr>
            <a:r>
              <a:rPr lang="en-US" sz="2100">
                <a:solidFill>
                  <a:schemeClr val="dk1"/>
                </a:solidFill>
                <a:latin typeface="Calibri"/>
                <a:ea typeface="Calibri"/>
                <a:cs typeface="Calibri"/>
                <a:sym typeface="Calibri"/>
              </a:rPr>
              <a:t>Red + Green + Blue = White.</a:t>
            </a:r>
            <a:endParaRPr sz="2100">
              <a:solidFill>
                <a:schemeClr val="dk1"/>
              </a:solidFill>
              <a:latin typeface="Calibri"/>
              <a:ea typeface="Calibri"/>
              <a:cs typeface="Calibri"/>
              <a:sym typeface="Calibri"/>
            </a:endParaRPr>
          </a:p>
        </p:txBody>
      </p:sp>
      <p:sp>
        <p:nvSpPr>
          <p:cNvPr id="153" name="Google Shape;153;p10"/>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54" name="Google Shape;154;p10"/>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B4490F"/>
              </a:buClr>
              <a:buSzPts val="4100"/>
              <a:buFont typeface="Lucida Sans"/>
              <a:buNone/>
            </a:pPr>
            <a:r>
              <a:rPr b="0" i="0" lang="en-US" sz="2800" u="none" cap="none" strike="noStrike">
                <a:solidFill>
                  <a:schemeClr val="dk1"/>
                </a:solidFill>
                <a:latin typeface="Arial"/>
                <a:ea typeface="Arial"/>
                <a:cs typeface="Arial"/>
                <a:sym typeface="Arial"/>
              </a:rPr>
              <a:t>RGB color system</a:t>
            </a:r>
            <a:endParaRPr b="1" i="0" sz="800" u="none" cap="none" strike="noStrike">
              <a:solidFill>
                <a:schemeClr val="dk1"/>
              </a:solidFill>
              <a:latin typeface="Georgia"/>
              <a:ea typeface="Georgia"/>
              <a:cs typeface="Georgia"/>
              <a:sym typeface="Georgia"/>
            </a:endParaRPr>
          </a:p>
        </p:txBody>
      </p:sp>
      <p:pic>
        <p:nvPicPr>
          <p:cNvPr id="155" name="Google Shape;155;p10"/>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1"/>
          <p:cNvSpPr txBox="1"/>
          <p:nvPr>
            <p:ph idx="3" type="body"/>
          </p:nvPr>
        </p:nvSpPr>
        <p:spPr>
          <a:xfrm>
            <a:off x="457200" y="1444294"/>
            <a:ext cx="4648200" cy="4651706"/>
          </a:xfrm>
          <a:prstGeom prst="rect">
            <a:avLst/>
          </a:prstGeom>
          <a:noFill/>
          <a:ln>
            <a:noFill/>
          </a:ln>
        </p:spPr>
        <p:txBody>
          <a:bodyPr anchorCtr="0" anchor="t" bIns="45700" lIns="91425" spcFirstLastPara="1" rIns="91425" wrap="square" tIns="45700">
            <a:normAutofit/>
          </a:bodyPr>
          <a:lstStyle/>
          <a:p>
            <a:pPr indent="-256032" lvl="0" marL="365760" rtl="0" algn="l">
              <a:lnSpc>
                <a:spcPct val="115000"/>
              </a:lnSpc>
              <a:spcBef>
                <a:spcPts val="0"/>
              </a:spcBef>
              <a:spcAft>
                <a:spcPts val="0"/>
              </a:spcAft>
              <a:buClr>
                <a:schemeClr val="dk1"/>
              </a:buClr>
              <a:buSzPts val="1632"/>
              <a:buFont typeface="Calibri"/>
              <a:buChar char="●"/>
            </a:pPr>
            <a:r>
              <a:rPr lang="en-US">
                <a:solidFill>
                  <a:schemeClr val="dk1"/>
                </a:solidFill>
                <a:latin typeface="Calibri"/>
                <a:ea typeface="Calibri"/>
                <a:cs typeface="Calibri"/>
                <a:sym typeface="Calibri"/>
              </a:rPr>
              <a:t>This model is called additive, and the colors are called primary colors.</a:t>
            </a:r>
            <a:endParaRPr>
              <a:solidFill>
                <a:schemeClr val="dk1"/>
              </a:solidFill>
              <a:latin typeface="Calibri"/>
              <a:ea typeface="Calibri"/>
              <a:cs typeface="Calibri"/>
              <a:sym typeface="Calibri"/>
            </a:endParaRPr>
          </a:p>
          <a:p>
            <a:pPr indent="-256032" lvl="0" marL="365760" rtl="0" algn="l">
              <a:lnSpc>
                <a:spcPct val="115000"/>
              </a:lnSpc>
              <a:spcBef>
                <a:spcPts val="400"/>
              </a:spcBef>
              <a:spcAft>
                <a:spcPts val="0"/>
              </a:spcAft>
              <a:buSzPts val="1632"/>
              <a:buNone/>
            </a:pPr>
            <a:r>
              <a:t/>
            </a:r>
            <a:endParaRPr>
              <a:solidFill>
                <a:schemeClr val="dk1"/>
              </a:solidFill>
              <a:latin typeface="Calibri"/>
              <a:ea typeface="Calibri"/>
              <a:cs typeface="Calibri"/>
              <a:sym typeface="Calibri"/>
            </a:endParaRPr>
          </a:p>
          <a:p>
            <a:pPr indent="-256032" lvl="0" marL="365760" rtl="0" algn="l">
              <a:lnSpc>
                <a:spcPct val="115000"/>
              </a:lnSpc>
              <a:spcBef>
                <a:spcPts val="400"/>
              </a:spcBef>
              <a:spcAft>
                <a:spcPts val="0"/>
              </a:spcAft>
              <a:buClr>
                <a:schemeClr val="dk1"/>
              </a:buClr>
              <a:buSzPts val="1632"/>
              <a:buFont typeface="Calibri"/>
              <a:buChar char="●"/>
            </a:pPr>
            <a:r>
              <a:rPr lang="en-US">
                <a:solidFill>
                  <a:schemeClr val="dk1"/>
                </a:solidFill>
                <a:latin typeface="Calibri"/>
                <a:ea typeface="Calibri"/>
                <a:cs typeface="Calibri"/>
                <a:sym typeface="Calibri"/>
              </a:rPr>
              <a:t>The primary colors can be added to produce the secondary colors of light- Magenta(Red + Blue), Cyan(Green + Blue), and Yellow(Red + Green).</a:t>
            </a:r>
            <a:endParaRPr>
              <a:solidFill>
                <a:schemeClr val="dk1"/>
              </a:solidFill>
              <a:latin typeface="Calibri"/>
              <a:ea typeface="Calibri"/>
              <a:cs typeface="Calibri"/>
              <a:sym typeface="Calibri"/>
            </a:endParaRPr>
          </a:p>
        </p:txBody>
      </p:sp>
      <p:sp>
        <p:nvSpPr>
          <p:cNvPr id="161" name="Google Shape;161;p11"/>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62" name="Google Shape;162;p11"/>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B4490F"/>
              </a:buClr>
              <a:buSzPts val="4100"/>
              <a:buFont typeface="Lucida Sans"/>
              <a:buNone/>
            </a:pPr>
            <a:r>
              <a:rPr b="0" i="0" lang="en-US" sz="2800" u="none" cap="none" strike="noStrike">
                <a:solidFill>
                  <a:schemeClr val="dk1"/>
                </a:solidFill>
                <a:latin typeface="Arial"/>
                <a:ea typeface="Arial"/>
                <a:cs typeface="Arial"/>
                <a:sym typeface="Arial"/>
              </a:rPr>
              <a:t>RGB color system</a:t>
            </a:r>
            <a:endParaRPr b="0" i="0" sz="2600" u="none" cap="none" strike="noStrike">
              <a:solidFill>
                <a:schemeClr val="dk1"/>
              </a:solidFill>
              <a:latin typeface="Verdana"/>
              <a:ea typeface="Verdana"/>
              <a:cs typeface="Verdana"/>
              <a:sym typeface="Verdana"/>
            </a:endParaRPr>
          </a:p>
        </p:txBody>
      </p:sp>
      <p:pic>
        <p:nvPicPr>
          <p:cNvPr id="163" name="Google Shape;163;p11"/>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2"/>
          <p:cNvSpPr txBox="1"/>
          <p:nvPr>
            <p:ph idx="3" type="body"/>
          </p:nvPr>
        </p:nvSpPr>
        <p:spPr>
          <a:xfrm>
            <a:off x="457200" y="1444294"/>
            <a:ext cx="4648200" cy="4575506"/>
          </a:xfrm>
          <a:prstGeom prst="rect">
            <a:avLst/>
          </a:prstGeom>
          <a:noFill/>
          <a:ln>
            <a:noFill/>
          </a:ln>
        </p:spPr>
        <p:txBody>
          <a:bodyPr anchorCtr="0" anchor="t" bIns="45700" lIns="91425" spcFirstLastPara="1" rIns="91425" wrap="square" tIns="45700">
            <a:normAutofit/>
          </a:bodyPr>
          <a:lstStyle/>
          <a:p>
            <a:pPr indent="-262382" lvl="0" marL="365760" rtl="0" algn="l">
              <a:lnSpc>
                <a:spcPct val="115000"/>
              </a:lnSpc>
              <a:spcBef>
                <a:spcPts val="0"/>
              </a:spcBef>
              <a:spcAft>
                <a:spcPts val="0"/>
              </a:spcAft>
              <a:buClr>
                <a:schemeClr val="dk1"/>
              </a:buClr>
              <a:buSzPts val="1732"/>
              <a:buFont typeface="Calibri"/>
              <a:buChar char="●"/>
            </a:pPr>
            <a:r>
              <a:rPr lang="en-US" sz="2500">
                <a:solidFill>
                  <a:schemeClr val="dk1"/>
                </a:solidFill>
                <a:latin typeface="Calibri"/>
                <a:ea typeface="Calibri"/>
                <a:cs typeface="Calibri"/>
                <a:sym typeface="Calibri"/>
              </a:rPr>
              <a:t>The combination of Red, Green and Blue in full intensity makes White.</a:t>
            </a:r>
            <a:endParaRPr sz="2500">
              <a:solidFill>
                <a:schemeClr val="dk1"/>
              </a:solidFill>
              <a:latin typeface="Calibri"/>
              <a:ea typeface="Calibri"/>
              <a:cs typeface="Calibri"/>
              <a:sym typeface="Calibri"/>
            </a:endParaRPr>
          </a:p>
          <a:p>
            <a:pPr indent="-152400" lvl="0" marL="365760" rtl="0" algn="l">
              <a:lnSpc>
                <a:spcPct val="115000"/>
              </a:lnSpc>
              <a:spcBef>
                <a:spcPts val="400"/>
              </a:spcBef>
              <a:spcAft>
                <a:spcPts val="0"/>
              </a:spcAft>
              <a:buSzPts val="1632"/>
              <a:buNone/>
            </a:pPr>
            <a:r>
              <a:t/>
            </a:r>
            <a:endParaRPr sz="2500">
              <a:solidFill>
                <a:schemeClr val="dk1"/>
              </a:solidFill>
              <a:latin typeface="Calibri"/>
              <a:ea typeface="Calibri"/>
              <a:cs typeface="Calibri"/>
              <a:sym typeface="Calibri"/>
            </a:endParaRPr>
          </a:p>
          <a:p>
            <a:pPr indent="-262382" lvl="0" marL="365760" rtl="0" algn="l">
              <a:lnSpc>
                <a:spcPct val="115000"/>
              </a:lnSpc>
              <a:spcBef>
                <a:spcPts val="400"/>
              </a:spcBef>
              <a:spcAft>
                <a:spcPts val="0"/>
              </a:spcAft>
              <a:buClr>
                <a:schemeClr val="dk1"/>
              </a:buClr>
              <a:buSzPts val="1732"/>
              <a:buFont typeface="Calibri"/>
              <a:buChar char="●"/>
            </a:pPr>
            <a:r>
              <a:rPr lang="en-US" sz="2500">
                <a:solidFill>
                  <a:schemeClr val="dk1"/>
                </a:solidFill>
                <a:latin typeface="Calibri"/>
                <a:ea typeface="Calibri"/>
                <a:cs typeface="Calibri"/>
                <a:sym typeface="Calibri"/>
              </a:rPr>
              <a:t>White light is created when all color of the EM spectrum (electromagnetic spectrum) converge in full intensity.</a:t>
            </a:r>
            <a:endParaRPr sz="2500">
              <a:solidFill>
                <a:schemeClr val="dk1"/>
              </a:solidFill>
              <a:latin typeface="Calibri"/>
              <a:ea typeface="Calibri"/>
              <a:cs typeface="Calibri"/>
              <a:sym typeface="Calibri"/>
            </a:endParaRPr>
          </a:p>
        </p:txBody>
      </p:sp>
      <p:pic>
        <p:nvPicPr>
          <p:cNvPr descr="E:\study\11th semister\graphics design\presentation\class lecture color\rgb color system1.PNG" id="169" name="Google Shape;169;p12"/>
          <p:cNvPicPr preferRelativeResize="0"/>
          <p:nvPr>
            <p:ph idx="4" type="body"/>
          </p:nvPr>
        </p:nvPicPr>
        <p:blipFill rotWithShape="1">
          <a:blip r:embed="rId3">
            <a:alphaModFix/>
          </a:blip>
          <a:srcRect b="0" l="0" r="0" t="0"/>
          <a:stretch/>
        </p:blipFill>
        <p:spPr>
          <a:xfrm>
            <a:off x="5444050" y="1769550"/>
            <a:ext cx="3318900" cy="3318900"/>
          </a:xfrm>
          <a:prstGeom prst="rect">
            <a:avLst/>
          </a:prstGeom>
          <a:noFill/>
          <a:ln>
            <a:noFill/>
          </a:ln>
        </p:spPr>
      </p:pic>
      <p:sp>
        <p:nvSpPr>
          <p:cNvPr id="170" name="Google Shape;170;p12"/>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71" name="Google Shape;171;p12"/>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B4490F"/>
              </a:buClr>
              <a:buSzPts val="4100"/>
              <a:buFont typeface="Lucida Sans"/>
              <a:buNone/>
            </a:pPr>
            <a:r>
              <a:rPr b="0" i="0" lang="en-US" sz="2800" u="none" cap="none" strike="noStrike">
                <a:solidFill>
                  <a:schemeClr val="dk1"/>
                </a:solidFill>
                <a:latin typeface="Arial"/>
                <a:ea typeface="Arial"/>
                <a:cs typeface="Arial"/>
                <a:sym typeface="Arial"/>
              </a:rPr>
              <a:t>RGB color system</a:t>
            </a:r>
            <a:endParaRPr b="0" i="0" sz="2600" u="none" cap="none" strike="noStrike">
              <a:solidFill>
                <a:schemeClr val="dk1"/>
              </a:solidFill>
              <a:latin typeface="Verdana"/>
              <a:ea typeface="Verdana"/>
              <a:cs typeface="Verdana"/>
              <a:sym typeface="Verdana"/>
            </a:endParaRPr>
          </a:p>
        </p:txBody>
      </p:sp>
      <p:pic>
        <p:nvPicPr>
          <p:cNvPr id="172" name="Google Shape;172;p12"/>
          <p:cNvPicPr preferRelativeResize="0"/>
          <p:nvPr/>
        </p:nvPicPr>
        <p:blipFill rotWithShape="1">
          <a:blip r:embed="rId4">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3"/>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230632" lvl="0" marL="365760" rtl="0" algn="l">
              <a:lnSpc>
                <a:spcPct val="115000"/>
              </a:lnSpc>
              <a:spcBef>
                <a:spcPts val="0"/>
              </a:spcBef>
              <a:spcAft>
                <a:spcPts val="0"/>
              </a:spcAft>
              <a:buClr>
                <a:schemeClr val="dk1"/>
              </a:buClr>
              <a:buSzPts val="1436"/>
              <a:buChar char="●"/>
            </a:pPr>
            <a:r>
              <a:rPr lang="en-US" sz="2200">
                <a:solidFill>
                  <a:schemeClr val="dk1"/>
                </a:solidFill>
              </a:rPr>
              <a:t>The color model RGB is used in hardware applications like PC monitors, cameras and scanners.</a:t>
            </a:r>
            <a:endParaRPr sz="2200">
              <a:solidFill>
                <a:schemeClr val="dk1"/>
              </a:solidFill>
            </a:endParaRPr>
          </a:p>
          <a:p>
            <a:pPr indent="-230632" lvl="0" marL="365760" rtl="0" algn="l">
              <a:lnSpc>
                <a:spcPct val="115000"/>
              </a:lnSpc>
              <a:spcBef>
                <a:spcPts val="400"/>
              </a:spcBef>
              <a:spcAft>
                <a:spcPts val="0"/>
              </a:spcAft>
              <a:buClr>
                <a:schemeClr val="dk1"/>
              </a:buClr>
              <a:buSzPts val="1436"/>
              <a:buChar char="●"/>
            </a:pPr>
            <a:r>
              <a:rPr lang="en-US" sz="2200">
                <a:solidFill>
                  <a:schemeClr val="dk1"/>
                </a:solidFill>
              </a:rPr>
              <a:t>It is used for Web graphics, but it cannot be used for print production.</a:t>
            </a:r>
            <a:endParaRPr sz="2200">
              <a:solidFill>
                <a:schemeClr val="dk1"/>
              </a:solidFill>
            </a:endParaRPr>
          </a:p>
          <a:p>
            <a:pPr indent="-230632" lvl="0" marL="365760" rtl="0" algn="l">
              <a:lnSpc>
                <a:spcPct val="115000"/>
              </a:lnSpc>
              <a:spcBef>
                <a:spcPts val="400"/>
              </a:spcBef>
              <a:spcAft>
                <a:spcPts val="0"/>
              </a:spcAft>
              <a:buClr>
                <a:schemeClr val="dk1"/>
              </a:buClr>
              <a:buSzPts val="1436"/>
              <a:buChar char="●"/>
            </a:pPr>
            <a:r>
              <a:rPr lang="en-US" sz="2200">
                <a:solidFill>
                  <a:schemeClr val="dk1"/>
                </a:solidFill>
              </a:rPr>
              <a:t>It  directly reflects the physical properties of “True-color” displays.</a:t>
            </a:r>
            <a:endParaRPr sz="2200">
              <a:solidFill>
                <a:schemeClr val="dk1"/>
              </a:solidFill>
            </a:endParaRPr>
          </a:p>
          <a:p>
            <a:pPr indent="-269494" lvl="0" marL="365760" rtl="0" algn="l">
              <a:lnSpc>
                <a:spcPct val="115000"/>
              </a:lnSpc>
              <a:spcBef>
                <a:spcPts val="400"/>
              </a:spcBef>
              <a:spcAft>
                <a:spcPts val="0"/>
              </a:spcAft>
              <a:buClr>
                <a:schemeClr val="dk1"/>
              </a:buClr>
              <a:buSzPts val="1436"/>
              <a:buChar char="●"/>
            </a:pPr>
            <a:r>
              <a:rPr lang="en-US" sz="2200">
                <a:solidFill>
                  <a:schemeClr val="dk1"/>
                </a:solidFill>
              </a:rPr>
              <a:t>It is used for sensory representation.</a:t>
            </a:r>
            <a:endParaRPr sz="2200">
              <a:solidFill>
                <a:schemeClr val="dk1"/>
              </a:solidFill>
            </a:endParaRPr>
          </a:p>
          <a:p>
            <a:pPr indent="0" lvl="0" marL="365760" rtl="0" algn="l">
              <a:lnSpc>
                <a:spcPct val="115000"/>
              </a:lnSpc>
              <a:spcBef>
                <a:spcPts val="400"/>
              </a:spcBef>
              <a:spcAft>
                <a:spcPts val="0"/>
              </a:spcAft>
              <a:buSzPts val="1224"/>
              <a:buNone/>
            </a:pPr>
            <a:r>
              <a:t/>
            </a:r>
            <a:endParaRPr sz="2200">
              <a:solidFill>
                <a:schemeClr val="dk1"/>
              </a:solidFill>
            </a:endParaRPr>
          </a:p>
          <a:p>
            <a:pPr indent="0" lvl="0" marL="365760" rtl="0" algn="l">
              <a:lnSpc>
                <a:spcPct val="115000"/>
              </a:lnSpc>
              <a:spcBef>
                <a:spcPts val="400"/>
              </a:spcBef>
              <a:spcAft>
                <a:spcPts val="0"/>
              </a:spcAft>
              <a:buSzPts val="1224"/>
              <a:buNone/>
            </a:pPr>
            <a:r>
              <a:t/>
            </a:r>
            <a:endParaRPr sz="2200">
              <a:solidFill>
                <a:schemeClr val="dk1"/>
              </a:solidFill>
            </a:endParaRPr>
          </a:p>
          <a:p>
            <a:pPr indent="-139446" lvl="0" marL="365760" rtl="0" algn="l">
              <a:lnSpc>
                <a:spcPct val="115000"/>
              </a:lnSpc>
              <a:spcBef>
                <a:spcPts val="400"/>
              </a:spcBef>
              <a:spcAft>
                <a:spcPts val="0"/>
              </a:spcAft>
              <a:buSzPts val="1836"/>
              <a:buNone/>
            </a:pPr>
            <a:r>
              <a:t/>
            </a:r>
            <a:endParaRPr sz="2200">
              <a:solidFill>
                <a:schemeClr val="dk1"/>
              </a:solidFill>
            </a:endParaRPr>
          </a:p>
        </p:txBody>
      </p:sp>
      <p:sp>
        <p:nvSpPr>
          <p:cNvPr id="178" name="Google Shape;178;p13"/>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79" name="Google Shape;179;p13"/>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B4490F"/>
              </a:buClr>
              <a:buSzPts val="4100"/>
              <a:buFont typeface="Lucida Sans"/>
              <a:buNone/>
            </a:pPr>
            <a:r>
              <a:rPr b="0" i="0" lang="en-US" sz="2800" u="none" cap="none" strike="noStrike">
                <a:solidFill>
                  <a:schemeClr val="dk1"/>
                </a:solidFill>
                <a:latin typeface="Arial"/>
                <a:ea typeface="Arial"/>
                <a:cs typeface="Arial"/>
                <a:sym typeface="Arial"/>
              </a:rPr>
              <a:t>Importance of RGB color model</a:t>
            </a:r>
            <a:endParaRPr b="0" i="0" sz="2600" u="none" cap="none" strike="noStrike">
              <a:solidFill>
                <a:schemeClr val="dk1"/>
              </a:solidFill>
              <a:latin typeface="Verdana"/>
              <a:ea typeface="Verdana"/>
              <a:cs typeface="Verdana"/>
              <a:sym typeface="Verdana"/>
            </a:endParaRPr>
          </a:p>
        </p:txBody>
      </p:sp>
      <p:pic>
        <p:nvPicPr>
          <p:cNvPr id="180" name="Google Shape;180;p13"/>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5"/>
          <p:cNvSpPr txBox="1"/>
          <p:nvPr>
            <p:ph idx="1" type="body"/>
          </p:nvPr>
        </p:nvSpPr>
        <p:spPr>
          <a:xfrm>
            <a:off x="457200" y="1481328"/>
            <a:ext cx="8229600" cy="4525963"/>
          </a:xfrm>
          <a:prstGeom prst="rect">
            <a:avLst/>
          </a:prstGeom>
          <a:noFill/>
          <a:ln>
            <a:noFill/>
          </a:ln>
        </p:spPr>
        <p:txBody>
          <a:bodyPr anchorCtr="0" anchor="t" bIns="45700" lIns="91425" spcFirstLastPara="1" rIns="91425" wrap="square" tIns="45700">
            <a:normAutofit/>
          </a:bodyPr>
          <a:lstStyle/>
          <a:p>
            <a:pPr indent="0" lvl="0" marL="0" rtl="0" algn="just">
              <a:lnSpc>
                <a:spcPct val="115000"/>
              </a:lnSpc>
              <a:spcBef>
                <a:spcPts val="0"/>
              </a:spcBef>
              <a:spcAft>
                <a:spcPts val="0"/>
              </a:spcAft>
              <a:buNone/>
            </a:pPr>
            <a:r>
              <a:rPr lang="en-US" sz="2000">
                <a:solidFill>
                  <a:schemeClr val="dk1"/>
                </a:solidFill>
                <a:latin typeface="Calibri"/>
                <a:ea typeface="Calibri"/>
                <a:cs typeface="Calibri"/>
                <a:sym typeface="Calibri"/>
              </a:rPr>
              <a:t>In spite of this bias, however, RGB is really a better way to go for many reasons. Conversion from one color space to another can sometimes be problematic for companies that have a limited knowledge of color management. But in this time of automated color-managed workflows, the resistance to RGB makes little sense from a production point of view. And the pros of RGB generally are stronger than the cons.</a:t>
            </a:r>
            <a:endParaRPr sz="2000">
              <a:solidFill>
                <a:schemeClr val="dk1"/>
              </a:solidFill>
              <a:latin typeface="Calibri"/>
              <a:ea typeface="Calibri"/>
              <a:cs typeface="Calibri"/>
              <a:sym typeface="Calibri"/>
            </a:endParaRPr>
          </a:p>
        </p:txBody>
      </p:sp>
      <p:sp>
        <p:nvSpPr>
          <p:cNvPr id="186" name="Google Shape;186;p15"/>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87" name="Google Shape;187;p15"/>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B4490F"/>
              </a:buClr>
              <a:buSzPts val="4100"/>
              <a:buFont typeface="Lucida Sans"/>
              <a:buNone/>
            </a:pPr>
            <a:r>
              <a:rPr b="0" i="0" lang="en-US" sz="2800" u="none" cap="none" strike="noStrike">
                <a:solidFill>
                  <a:schemeClr val="dk1"/>
                </a:solidFill>
                <a:latin typeface="Arial"/>
                <a:ea typeface="Arial"/>
                <a:cs typeface="Arial"/>
                <a:sym typeface="Arial"/>
              </a:rPr>
              <a:t>Why RGB is better </a:t>
            </a:r>
            <a:endParaRPr b="1" i="0" sz="2600" u="none" cap="none" strike="noStrike">
              <a:solidFill>
                <a:schemeClr val="dk1"/>
              </a:solidFill>
              <a:latin typeface="Verdana"/>
              <a:ea typeface="Verdana"/>
              <a:cs typeface="Verdana"/>
              <a:sym typeface="Verdana"/>
            </a:endParaRPr>
          </a:p>
        </p:txBody>
      </p:sp>
      <p:pic>
        <p:nvPicPr>
          <p:cNvPr id="188" name="Google Shape;188;p15"/>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6"/>
          <p:cNvSpPr txBox="1"/>
          <p:nvPr>
            <p:ph idx="1" type="body"/>
          </p:nvPr>
        </p:nvSpPr>
        <p:spPr>
          <a:xfrm>
            <a:off x="457200" y="1481325"/>
            <a:ext cx="8229600" cy="4714800"/>
          </a:xfrm>
          <a:prstGeom prst="rect">
            <a:avLst/>
          </a:prstGeom>
          <a:noFill/>
          <a:ln>
            <a:noFill/>
          </a:ln>
        </p:spPr>
        <p:txBody>
          <a:bodyPr anchorCtr="0" anchor="t" bIns="45700" lIns="91425" spcFirstLastPara="1" rIns="91425" wrap="square" tIns="45700">
            <a:noAutofit/>
          </a:bodyPr>
          <a:lstStyle/>
          <a:p>
            <a:pPr indent="-290198" lvl="0" marL="365760" rtl="0" algn="l">
              <a:lnSpc>
                <a:spcPct val="115000"/>
              </a:lnSpc>
              <a:spcBef>
                <a:spcPts val="0"/>
              </a:spcBef>
              <a:spcAft>
                <a:spcPts val="0"/>
              </a:spcAft>
              <a:buClr>
                <a:schemeClr val="dk1"/>
              </a:buClr>
              <a:buSzPts val="2236"/>
              <a:buFont typeface="Calibri"/>
              <a:buChar char="●"/>
            </a:pPr>
            <a:r>
              <a:rPr lang="en-US" sz="1900">
                <a:solidFill>
                  <a:schemeClr val="dk1"/>
                </a:solidFill>
                <a:latin typeface="Calibri"/>
                <a:ea typeface="Calibri"/>
                <a:cs typeface="Calibri"/>
                <a:sym typeface="Calibri"/>
              </a:rPr>
              <a:t>The most compelling reason to adopt an RGB workflow is to increase the print provider’s ability to "match the original"-the RGB color space simply allows for a wider range of colors. While it’s true that no output device can match the color range of a transparency or digital camera, modern wide-format devices offer a much wider color gamut than traditional offset presses. In many cases, it makes perfect sense for each print job to try to get the maximum color space your device is capable of reproducing. Clearly, the more data you input to the device, the more you can output.</a:t>
            </a:r>
            <a:endParaRPr sz="1900">
              <a:solidFill>
                <a:schemeClr val="dk1"/>
              </a:solidFill>
              <a:latin typeface="Calibri"/>
              <a:ea typeface="Calibri"/>
              <a:cs typeface="Calibri"/>
              <a:sym typeface="Calibri"/>
            </a:endParaRPr>
          </a:p>
          <a:p>
            <a:pPr indent="-268862" lvl="0" marL="365760" rtl="0" algn="l">
              <a:lnSpc>
                <a:spcPct val="115000"/>
              </a:lnSpc>
              <a:spcBef>
                <a:spcPts val="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CMYK conversion, by definition, reduces the data contained in the original RGB image. And data that is thrown away can never be reclaimed-it’s gone for good. To retain as much data as possible, there is a growing trend toward performing color conversion only in the final </a:t>
            </a:r>
            <a:r>
              <a:rPr lang="en-US" sz="1900">
                <a:solidFill>
                  <a:schemeClr val="dk1"/>
                </a:solidFill>
                <a:latin typeface="Calibri"/>
                <a:ea typeface="Calibri"/>
                <a:cs typeface="Calibri"/>
                <a:sym typeface="Calibri"/>
              </a:rPr>
              <a:t>rasterization</a:t>
            </a:r>
            <a:r>
              <a:rPr lang="en-US" sz="1900">
                <a:solidFill>
                  <a:schemeClr val="dk1"/>
                </a:solidFill>
                <a:latin typeface="Calibri"/>
                <a:ea typeface="Calibri"/>
                <a:cs typeface="Calibri"/>
                <a:sym typeface="Calibri"/>
              </a:rPr>
              <a:t> process before printing. That way, all of the data in the image file is retained.</a:t>
            </a:r>
            <a:endParaRPr sz="1900">
              <a:solidFill>
                <a:schemeClr val="dk1"/>
              </a:solidFill>
              <a:latin typeface="Calibri"/>
              <a:ea typeface="Calibri"/>
              <a:cs typeface="Calibri"/>
              <a:sym typeface="Calibri"/>
            </a:endParaRPr>
          </a:p>
        </p:txBody>
      </p:sp>
      <p:sp>
        <p:nvSpPr>
          <p:cNvPr id="194" name="Google Shape;194;p16"/>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95" name="Google Shape;195;p16"/>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B4490F"/>
              </a:buClr>
              <a:buSzPts val="4100"/>
              <a:buFont typeface="Lucida Sans"/>
              <a:buNone/>
            </a:pPr>
            <a:r>
              <a:rPr b="0" i="0" lang="en-US" sz="2800" u="none" cap="none" strike="noStrike">
                <a:solidFill>
                  <a:schemeClr val="dk1"/>
                </a:solidFill>
                <a:latin typeface="Arial"/>
                <a:ea typeface="Arial"/>
                <a:cs typeface="Arial"/>
                <a:sym typeface="Arial"/>
              </a:rPr>
              <a:t>Why RGB is better </a:t>
            </a:r>
            <a:endParaRPr b="0" i="0" sz="2600" u="none" cap="none" strike="noStrike">
              <a:solidFill>
                <a:schemeClr val="dk1"/>
              </a:solidFill>
              <a:latin typeface="Verdana"/>
              <a:ea typeface="Verdana"/>
              <a:cs typeface="Verdana"/>
              <a:sym typeface="Verdana"/>
            </a:endParaRPr>
          </a:p>
        </p:txBody>
      </p:sp>
      <p:pic>
        <p:nvPicPr>
          <p:cNvPr id="196" name="Google Shape;196;p16"/>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8"/>
          <p:cNvSpPr txBox="1"/>
          <p:nvPr>
            <p:ph idx="3" type="body"/>
          </p:nvPr>
        </p:nvSpPr>
        <p:spPr>
          <a:xfrm>
            <a:off x="457200" y="1447800"/>
            <a:ext cx="8555700" cy="5063100"/>
          </a:xfrm>
          <a:prstGeom prst="rect">
            <a:avLst/>
          </a:prstGeom>
          <a:noFill/>
          <a:ln>
            <a:noFill/>
          </a:ln>
        </p:spPr>
        <p:txBody>
          <a:bodyPr anchorCtr="0" anchor="t" bIns="45700" lIns="91425" spcFirstLastPara="1" rIns="91425" wrap="square" tIns="45700">
            <a:normAutofit lnSpcReduction="20000"/>
          </a:bodyPr>
          <a:lstStyle/>
          <a:p>
            <a:pPr indent="-230632" lvl="0" marL="365760" rtl="0" algn="l">
              <a:lnSpc>
                <a:spcPct val="115000"/>
              </a:lnSpc>
              <a:spcBef>
                <a:spcPts val="0"/>
              </a:spcBef>
              <a:spcAft>
                <a:spcPts val="0"/>
              </a:spcAft>
              <a:buClr>
                <a:schemeClr val="dk1"/>
              </a:buClr>
              <a:buSzPts val="1232"/>
              <a:buFont typeface="Calibri"/>
              <a:buChar char="●"/>
            </a:pPr>
            <a:r>
              <a:rPr lang="en-US" sz="2000">
                <a:solidFill>
                  <a:schemeClr val="dk1"/>
                </a:solidFill>
                <a:latin typeface="Calibri"/>
                <a:ea typeface="Calibri"/>
                <a:cs typeface="Calibri"/>
                <a:sym typeface="Calibri"/>
              </a:rPr>
              <a:t>CMYK (subtractive color model) is the standard color model used in offset printing for full-color documents. Because such printing uses inks of these four basic colors, it is often called four-color printing. Possible colors through combination is almost 16K whereas for RGB it’s 16.7M.</a:t>
            </a:r>
            <a:endParaRPr sz="2000">
              <a:solidFill>
                <a:schemeClr val="dk1"/>
              </a:solidFill>
              <a:latin typeface="Calibri"/>
              <a:ea typeface="Calibri"/>
              <a:cs typeface="Calibri"/>
              <a:sym typeface="Calibri"/>
            </a:endParaRPr>
          </a:p>
          <a:p>
            <a:pPr indent="0" lvl="0" marL="0" rtl="0" algn="l">
              <a:lnSpc>
                <a:spcPct val="115000"/>
              </a:lnSpc>
              <a:spcBef>
                <a:spcPts val="400"/>
              </a:spcBef>
              <a:spcAft>
                <a:spcPts val="0"/>
              </a:spcAft>
              <a:buNone/>
            </a:pPr>
            <a:r>
              <a:t/>
            </a:r>
            <a:endParaRPr sz="2000">
              <a:solidFill>
                <a:schemeClr val="dk1"/>
              </a:solidFill>
              <a:latin typeface="Calibri"/>
              <a:ea typeface="Calibri"/>
              <a:cs typeface="Calibri"/>
              <a:sym typeface="Calibri"/>
            </a:endParaRPr>
          </a:p>
          <a:p>
            <a:pPr indent="-306832" lvl="0" marL="457200" rtl="0" algn="l">
              <a:spcBef>
                <a:spcPts val="400"/>
              </a:spcBef>
              <a:spcAft>
                <a:spcPts val="0"/>
              </a:spcAft>
              <a:buClr>
                <a:schemeClr val="dk1"/>
              </a:buClr>
              <a:buSzPts val="1232"/>
              <a:buFont typeface="Calibri"/>
              <a:buChar char="•"/>
            </a:pPr>
            <a:r>
              <a:rPr lang="en-US" sz="2000">
                <a:solidFill>
                  <a:schemeClr val="dk1"/>
                </a:solidFill>
                <a:latin typeface="Calibri"/>
                <a:ea typeface="Calibri"/>
                <a:cs typeface="Calibri"/>
                <a:sym typeface="Calibri"/>
              </a:rPr>
              <a:t>A greenish blue called Cyan.</a:t>
            </a:r>
            <a:endParaRPr sz="2000">
              <a:solidFill>
                <a:schemeClr val="dk1"/>
              </a:solidFill>
              <a:latin typeface="Calibri"/>
              <a:ea typeface="Calibri"/>
              <a:cs typeface="Calibri"/>
              <a:sym typeface="Calibri"/>
            </a:endParaRPr>
          </a:p>
          <a:p>
            <a:pPr indent="-230632" lvl="0" marL="365760" rtl="0" algn="l">
              <a:lnSpc>
                <a:spcPct val="115000"/>
              </a:lnSpc>
              <a:spcBef>
                <a:spcPts val="400"/>
              </a:spcBef>
              <a:spcAft>
                <a:spcPts val="0"/>
              </a:spcAft>
              <a:buClr>
                <a:schemeClr val="dk1"/>
              </a:buClr>
              <a:buSzPts val="1232"/>
              <a:buFont typeface="Calibri"/>
              <a:buChar char="•"/>
            </a:pPr>
            <a:r>
              <a:rPr lang="en-US" sz="2000">
                <a:solidFill>
                  <a:schemeClr val="dk1"/>
                </a:solidFill>
                <a:latin typeface="Calibri"/>
                <a:ea typeface="Calibri"/>
                <a:cs typeface="Calibri"/>
                <a:sym typeface="Calibri"/>
              </a:rPr>
              <a:t>A blushed red called Magenta.</a:t>
            </a:r>
            <a:endParaRPr sz="2000">
              <a:solidFill>
                <a:schemeClr val="dk1"/>
              </a:solidFill>
              <a:latin typeface="Calibri"/>
              <a:ea typeface="Calibri"/>
              <a:cs typeface="Calibri"/>
              <a:sym typeface="Calibri"/>
            </a:endParaRPr>
          </a:p>
          <a:p>
            <a:pPr indent="-230632" lvl="0" marL="365760" rtl="0" algn="l">
              <a:lnSpc>
                <a:spcPct val="115000"/>
              </a:lnSpc>
              <a:spcBef>
                <a:spcPts val="400"/>
              </a:spcBef>
              <a:spcAft>
                <a:spcPts val="0"/>
              </a:spcAft>
              <a:buClr>
                <a:schemeClr val="dk1"/>
              </a:buClr>
              <a:buSzPts val="1232"/>
              <a:buFont typeface="Calibri"/>
              <a:buChar char="•"/>
            </a:pPr>
            <a:r>
              <a:rPr lang="en-US" sz="2000">
                <a:solidFill>
                  <a:schemeClr val="dk1"/>
                </a:solidFill>
                <a:latin typeface="Calibri"/>
                <a:ea typeface="Calibri"/>
                <a:cs typeface="Calibri"/>
                <a:sym typeface="Calibri"/>
              </a:rPr>
              <a:t>A bright Yellow.</a:t>
            </a:r>
            <a:endParaRPr sz="2000">
              <a:solidFill>
                <a:schemeClr val="dk1"/>
              </a:solidFill>
              <a:latin typeface="Calibri"/>
              <a:ea typeface="Calibri"/>
              <a:cs typeface="Calibri"/>
              <a:sym typeface="Calibri"/>
            </a:endParaRPr>
          </a:p>
          <a:p>
            <a:pPr indent="-230632" lvl="0" marL="365760" rtl="0" algn="l">
              <a:lnSpc>
                <a:spcPct val="115000"/>
              </a:lnSpc>
              <a:spcBef>
                <a:spcPts val="400"/>
              </a:spcBef>
              <a:spcAft>
                <a:spcPts val="0"/>
              </a:spcAft>
              <a:buClr>
                <a:schemeClr val="dk1"/>
              </a:buClr>
              <a:buSzPts val="1232"/>
              <a:buFont typeface="Calibri"/>
              <a:buChar char="•"/>
            </a:pPr>
            <a:r>
              <a:rPr lang="en-US" sz="2000">
                <a:solidFill>
                  <a:schemeClr val="dk1"/>
                </a:solidFill>
                <a:latin typeface="Calibri"/>
                <a:ea typeface="Calibri"/>
                <a:cs typeface="Calibri"/>
                <a:sym typeface="Calibri"/>
              </a:rPr>
              <a:t>The key color Black</a:t>
            </a:r>
            <a:endParaRPr sz="2000">
              <a:solidFill>
                <a:schemeClr val="dk1"/>
              </a:solidFill>
              <a:latin typeface="Calibri"/>
              <a:ea typeface="Calibri"/>
              <a:cs typeface="Calibri"/>
              <a:sym typeface="Calibri"/>
            </a:endParaRPr>
          </a:p>
          <a:p>
            <a:pPr indent="0" lvl="0" marL="0" rtl="0" algn="l">
              <a:lnSpc>
                <a:spcPct val="115000"/>
              </a:lnSpc>
              <a:spcBef>
                <a:spcPts val="400"/>
              </a:spcBef>
              <a:spcAft>
                <a:spcPts val="0"/>
              </a:spcAft>
              <a:buNone/>
            </a:pPr>
            <a:r>
              <a:t/>
            </a:r>
            <a:endParaRPr sz="2000">
              <a:solidFill>
                <a:schemeClr val="dk1"/>
              </a:solidFill>
              <a:latin typeface="Calibri"/>
              <a:ea typeface="Calibri"/>
              <a:cs typeface="Calibri"/>
              <a:sym typeface="Calibri"/>
            </a:endParaRPr>
          </a:p>
          <a:p>
            <a:pPr indent="0" lvl="0" marL="0" rtl="0" algn="l">
              <a:lnSpc>
                <a:spcPct val="115000"/>
              </a:lnSpc>
              <a:spcBef>
                <a:spcPts val="400"/>
              </a:spcBef>
              <a:spcAft>
                <a:spcPts val="0"/>
              </a:spcAft>
              <a:buNone/>
            </a:pPr>
            <a:r>
              <a:rPr lang="en-US" sz="2000">
                <a:solidFill>
                  <a:schemeClr val="dk1"/>
                </a:solidFill>
                <a:latin typeface="Calibri"/>
                <a:ea typeface="Calibri"/>
                <a:cs typeface="Calibri"/>
                <a:sym typeface="Calibri"/>
              </a:rPr>
              <a:t>Cyan = 1-Red</a:t>
            </a:r>
            <a:endParaRPr sz="2000">
              <a:solidFill>
                <a:schemeClr val="dk1"/>
              </a:solidFill>
              <a:latin typeface="Calibri"/>
              <a:ea typeface="Calibri"/>
              <a:cs typeface="Calibri"/>
              <a:sym typeface="Calibri"/>
            </a:endParaRPr>
          </a:p>
          <a:p>
            <a:pPr indent="0" lvl="0" marL="0" rtl="0" algn="l">
              <a:lnSpc>
                <a:spcPct val="115000"/>
              </a:lnSpc>
              <a:spcBef>
                <a:spcPts val="400"/>
              </a:spcBef>
              <a:spcAft>
                <a:spcPts val="0"/>
              </a:spcAft>
              <a:buNone/>
            </a:pPr>
            <a:r>
              <a:rPr lang="en-US" sz="2000">
                <a:solidFill>
                  <a:schemeClr val="dk1"/>
                </a:solidFill>
                <a:latin typeface="Calibri"/>
                <a:ea typeface="Calibri"/>
                <a:cs typeface="Calibri"/>
                <a:sym typeface="Calibri"/>
              </a:rPr>
              <a:t>Magenta = 1-Green</a:t>
            </a:r>
            <a:endParaRPr sz="2000">
              <a:solidFill>
                <a:schemeClr val="dk1"/>
              </a:solidFill>
              <a:latin typeface="Calibri"/>
              <a:ea typeface="Calibri"/>
              <a:cs typeface="Calibri"/>
              <a:sym typeface="Calibri"/>
            </a:endParaRPr>
          </a:p>
          <a:p>
            <a:pPr indent="0" lvl="0" marL="0" rtl="0" algn="l">
              <a:lnSpc>
                <a:spcPct val="115000"/>
              </a:lnSpc>
              <a:spcBef>
                <a:spcPts val="400"/>
              </a:spcBef>
              <a:spcAft>
                <a:spcPts val="0"/>
              </a:spcAft>
              <a:buNone/>
            </a:pPr>
            <a:r>
              <a:rPr lang="en-US" sz="2000">
                <a:solidFill>
                  <a:schemeClr val="dk1"/>
                </a:solidFill>
                <a:latin typeface="Calibri"/>
                <a:ea typeface="Calibri"/>
                <a:cs typeface="Calibri"/>
                <a:sym typeface="Calibri"/>
              </a:rPr>
              <a:t>Yellow = 1-Blue</a:t>
            </a:r>
            <a:endParaRPr sz="2000">
              <a:solidFill>
                <a:schemeClr val="dk1"/>
              </a:solidFill>
              <a:latin typeface="Calibri"/>
              <a:ea typeface="Calibri"/>
              <a:cs typeface="Calibri"/>
              <a:sym typeface="Calibri"/>
            </a:endParaRPr>
          </a:p>
          <a:p>
            <a:pPr indent="-256032" lvl="0" marL="365760" rtl="0" algn="l">
              <a:lnSpc>
                <a:spcPct val="115000"/>
              </a:lnSpc>
              <a:spcBef>
                <a:spcPts val="400"/>
              </a:spcBef>
              <a:spcAft>
                <a:spcPts val="0"/>
              </a:spcAft>
              <a:buSzPts val="1632"/>
              <a:buNone/>
            </a:pPr>
            <a:r>
              <a:t/>
            </a:r>
            <a:endParaRPr sz="2000">
              <a:solidFill>
                <a:schemeClr val="dk1"/>
              </a:solidFill>
              <a:latin typeface="Calibri"/>
              <a:ea typeface="Calibri"/>
              <a:cs typeface="Calibri"/>
              <a:sym typeface="Calibri"/>
            </a:endParaRPr>
          </a:p>
        </p:txBody>
      </p:sp>
      <p:pic>
        <p:nvPicPr>
          <p:cNvPr id="202" name="Google Shape;202;p18"/>
          <p:cNvPicPr preferRelativeResize="0"/>
          <p:nvPr/>
        </p:nvPicPr>
        <p:blipFill rotWithShape="1">
          <a:blip r:embed="rId3">
            <a:alphaModFix/>
          </a:blip>
          <a:srcRect b="0" l="0" r="0" t="0"/>
          <a:stretch/>
        </p:blipFill>
        <p:spPr>
          <a:xfrm>
            <a:off x="5919050" y="3162141"/>
            <a:ext cx="2915250" cy="2031175"/>
          </a:xfrm>
          <a:prstGeom prst="rect">
            <a:avLst/>
          </a:prstGeom>
          <a:noFill/>
          <a:ln>
            <a:noFill/>
          </a:ln>
        </p:spPr>
      </p:pic>
      <p:sp>
        <p:nvSpPr>
          <p:cNvPr id="203" name="Google Shape;203;p18"/>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204" name="Google Shape;204;p18"/>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B4490F"/>
              </a:buClr>
              <a:buSzPts val="4100"/>
              <a:buFont typeface="Lucida Sans"/>
              <a:buNone/>
            </a:pPr>
            <a:r>
              <a:rPr b="0" i="0" lang="en-US" sz="2800" u="none" cap="none" strike="noStrike">
                <a:solidFill>
                  <a:schemeClr val="dk1"/>
                </a:solidFill>
                <a:latin typeface="Arial"/>
                <a:ea typeface="Arial"/>
                <a:cs typeface="Arial"/>
                <a:sym typeface="Arial"/>
              </a:rPr>
              <a:t>C</a:t>
            </a:r>
            <a:r>
              <a:rPr lang="en-US" sz="2800">
                <a:solidFill>
                  <a:schemeClr val="dk1"/>
                </a:solidFill>
              </a:rPr>
              <a:t>MYK</a:t>
            </a:r>
            <a:r>
              <a:rPr b="0" i="0" lang="en-US" sz="2800" u="none" cap="none" strike="noStrike">
                <a:solidFill>
                  <a:schemeClr val="dk1"/>
                </a:solidFill>
                <a:latin typeface="Arial"/>
                <a:ea typeface="Arial"/>
                <a:cs typeface="Arial"/>
                <a:sym typeface="Arial"/>
              </a:rPr>
              <a:t> </a:t>
            </a:r>
            <a:r>
              <a:rPr lang="en-US" sz="2800">
                <a:solidFill>
                  <a:schemeClr val="dk1"/>
                </a:solidFill>
              </a:rPr>
              <a:t>C</a:t>
            </a:r>
            <a:r>
              <a:rPr b="0" i="0" lang="en-US" sz="2800" u="none" cap="none" strike="noStrike">
                <a:solidFill>
                  <a:schemeClr val="dk1"/>
                </a:solidFill>
                <a:latin typeface="Arial"/>
                <a:ea typeface="Arial"/>
                <a:cs typeface="Arial"/>
                <a:sym typeface="Arial"/>
              </a:rPr>
              <a:t>olor </a:t>
            </a:r>
            <a:r>
              <a:rPr lang="en-US" sz="2800">
                <a:solidFill>
                  <a:schemeClr val="dk1"/>
                </a:solidFill>
              </a:rPr>
              <a:t>M</a:t>
            </a:r>
            <a:r>
              <a:rPr b="0" i="0" lang="en-US" sz="2800" u="none" cap="none" strike="noStrike">
                <a:solidFill>
                  <a:schemeClr val="dk1"/>
                </a:solidFill>
                <a:latin typeface="Arial"/>
                <a:ea typeface="Arial"/>
                <a:cs typeface="Arial"/>
                <a:sym typeface="Arial"/>
              </a:rPr>
              <a:t>odel </a:t>
            </a:r>
            <a:endParaRPr b="1" i="0" sz="800" u="none" cap="none" strike="noStrike">
              <a:solidFill>
                <a:schemeClr val="dk1"/>
              </a:solidFill>
              <a:latin typeface="Georgia"/>
              <a:ea typeface="Georgia"/>
              <a:cs typeface="Georgia"/>
              <a:sym typeface="Georgia"/>
            </a:endParaRPr>
          </a:p>
        </p:txBody>
      </p:sp>
      <p:pic>
        <p:nvPicPr>
          <p:cNvPr id="205" name="Google Shape;205;p18"/>
          <p:cNvPicPr preferRelativeResize="0"/>
          <p:nvPr/>
        </p:nvPicPr>
        <p:blipFill rotWithShape="1">
          <a:blip r:embed="rId4">
            <a:alphaModFix/>
          </a:blip>
          <a:srcRect b="0" l="0" r="0" t="0"/>
          <a:stretch/>
        </p:blipFill>
        <p:spPr>
          <a:xfrm>
            <a:off x="8127150" y="482200"/>
            <a:ext cx="1224300" cy="612150"/>
          </a:xfrm>
          <a:prstGeom prst="rect">
            <a:avLst/>
          </a:prstGeom>
          <a:noFill/>
          <a:ln>
            <a:noFill/>
          </a:ln>
        </p:spPr>
      </p:pic>
      <p:pic>
        <p:nvPicPr>
          <p:cNvPr descr="E:\study\11th semister\graphics design\presentation\class lecture color\rgb color system1.PNG" id="206" name="Google Shape;206;p18"/>
          <p:cNvPicPr preferRelativeResize="0"/>
          <p:nvPr>
            <p:ph idx="4" type="body"/>
          </p:nvPr>
        </p:nvPicPr>
        <p:blipFill rotWithShape="1">
          <a:blip r:embed="rId5">
            <a:alphaModFix/>
          </a:blip>
          <a:srcRect b="0" l="0" r="0" t="0"/>
          <a:stretch/>
        </p:blipFill>
        <p:spPr>
          <a:xfrm>
            <a:off x="3374700" y="4130610"/>
            <a:ext cx="2394600" cy="2291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9"/>
          <p:cNvSpPr txBox="1"/>
          <p:nvPr>
            <p:ph idx="3" type="body"/>
          </p:nvPr>
        </p:nvSpPr>
        <p:spPr>
          <a:xfrm>
            <a:off x="457200" y="1444294"/>
            <a:ext cx="4040188" cy="4804106"/>
          </a:xfrm>
          <a:prstGeom prst="rect">
            <a:avLst/>
          </a:prstGeom>
          <a:noFill/>
          <a:ln>
            <a:noFill/>
          </a:ln>
        </p:spPr>
        <p:txBody>
          <a:bodyPr anchorCtr="0" anchor="t" bIns="45700" lIns="91425" spcFirstLastPara="1" rIns="91425" wrap="square" tIns="45700">
            <a:normAutofit/>
          </a:bodyPr>
          <a:lstStyle/>
          <a:p>
            <a:pPr indent="-256032" lvl="0" marL="365760" rtl="0" algn="l">
              <a:lnSpc>
                <a:spcPct val="115000"/>
              </a:lnSpc>
              <a:spcBef>
                <a:spcPts val="0"/>
              </a:spcBef>
              <a:spcAft>
                <a:spcPts val="0"/>
              </a:spcAft>
              <a:buClr>
                <a:schemeClr val="dk1"/>
              </a:buClr>
              <a:buSzPts val="1632"/>
              <a:buFont typeface="Calibri"/>
              <a:buChar char="●"/>
            </a:pPr>
            <a:r>
              <a:rPr lang="en-US">
                <a:solidFill>
                  <a:schemeClr val="dk1"/>
                </a:solidFill>
                <a:latin typeface="Calibri"/>
                <a:ea typeface="Calibri"/>
                <a:cs typeface="Calibri"/>
                <a:sym typeface="Calibri"/>
              </a:rPr>
              <a:t>Subtractive color model.</a:t>
            </a:r>
            <a:endParaRPr>
              <a:solidFill>
                <a:schemeClr val="dk1"/>
              </a:solidFill>
              <a:latin typeface="Calibri"/>
              <a:ea typeface="Calibri"/>
              <a:cs typeface="Calibri"/>
              <a:sym typeface="Calibri"/>
            </a:endParaRPr>
          </a:p>
          <a:p>
            <a:pPr indent="-256032" lvl="0" marL="365760" rtl="0" algn="l">
              <a:lnSpc>
                <a:spcPct val="115000"/>
              </a:lnSpc>
              <a:spcBef>
                <a:spcPts val="400"/>
              </a:spcBef>
              <a:spcAft>
                <a:spcPts val="0"/>
              </a:spcAft>
              <a:buClr>
                <a:schemeClr val="dk1"/>
              </a:buClr>
              <a:buSzPts val="1632"/>
              <a:buFont typeface="Calibri"/>
              <a:buChar char="●"/>
            </a:pPr>
            <a:r>
              <a:rPr lang="en-US">
                <a:solidFill>
                  <a:schemeClr val="dk1"/>
                </a:solidFill>
                <a:latin typeface="Calibri"/>
                <a:ea typeface="Calibri"/>
                <a:cs typeface="Calibri"/>
                <a:sym typeface="Calibri"/>
              </a:rPr>
              <a:t>For printed material.</a:t>
            </a:r>
            <a:endParaRPr>
              <a:solidFill>
                <a:schemeClr val="dk1"/>
              </a:solidFill>
              <a:latin typeface="Calibri"/>
              <a:ea typeface="Calibri"/>
              <a:cs typeface="Calibri"/>
              <a:sym typeface="Calibri"/>
            </a:endParaRPr>
          </a:p>
          <a:p>
            <a:pPr indent="-256032" lvl="0" marL="365760" rtl="0" algn="l">
              <a:lnSpc>
                <a:spcPct val="115000"/>
              </a:lnSpc>
              <a:spcBef>
                <a:spcPts val="400"/>
              </a:spcBef>
              <a:spcAft>
                <a:spcPts val="0"/>
              </a:spcAft>
              <a:buClr>
                <a:schemeClr val="dk1"/>
              </a:buClr>
              <a:buSzPts val="1632"/>
              <a:buFont typeface="Calibri"/>
              <a:buChar char="●"/>
            </a:pPr>
            <a:r>
              <a:rPr lang="en-US">
                <a:solidFill>
                  <a:schemeClr val="dk1"/>
                </a:solidFill>
                <a:latin typeface="Calibri"/>
                <a:ea typeface="Calibri"/>
                <a:cs typeface="Calibri"/>
                <a:sym typeface="Calibri"/>
              </a:rPr>
              <a:t>Uses ink  to display color.</a:t>
            </a:r>
            <a:endParaRPr>
              <a:solidFill>
                <a:schemeClr val="dk1"/>
              </a:solidFill>
              <a:latin typeface="Calibri"/>
              <a:ea typeface="Calibri"/>
              <a:cs typeface="Calibri"/>
              <a:sym typeface="Calibri"/>
            </a:endParaRPr>
          </a:p>
          <a:p>
            <a:pPr indent="-256032" lvl="0" marL="365760" rtl="0" algn="l">
              <a:lnSpc>
                <a:spcPct val="115000"/>
              </a:lnSpc>
              <a:spcBef>
                <a:spcPts val="400"/>
              </a:spcBef>
              <a:spcAft>
                <a:spcPts val="0"/>
              </a:spcAft>
              <a:buClr>
                <a:schemeClr val="dk1"/>
              </a:buClr>
              <a:buSzPts val="1632"/>
              <a:buFont typeface="Calibri"/>
              <a:buChar char="●"/>
            </a:pPr>
            <a:r>
              <a:rPr lang="en-US">
                <a:solidFill>
                  <a:schemeClr val="dk1"/>
                </a:solidFill>
                <a:latin typeface="Calibri"/>
                <a:ea typeface="Calibri"/>
                <a:cs typeface="Calibri"/>
                <a:sym typeface="Calibri"/>
              </a:rPr>
              <a:t>Colors result from reflected light.</a:t>
            </a:r>
            <a:endParaRPr>
              <a:solidFill>
                <a:schemeClr val="dk1"/>
              </a:solidFill>
              <a:latin typeface="Calibri"/>
              <a:ea typeface="Calibri"/>
              <a:cs typeface="Calibri"/>
              <a:sym typeface="Calibri"/>
            </a:endParaRPr>
          </a:p>
          <a:p>
            <a:pPr indent="-256032" lvl="0" marL="365760" rtl="0" algn="l">
              <a:lnSpc>
                <a:spcPct val="115000"/>
              </a:lnSpc>
              <a:spcBef>
                <a:spcPts val="400"/>
              </a:spcBef>
              <a:spcAft>
                <a:spcPts val="0"/>
              </a:spcAft>
              <a:buClr>
                <a:schemeClr val="dk1"/>
              </a:buClr>
              <a:buSzPts val="1632"/>
              <a:buFont typeface="Calibri"/>
              <a:buChar char="●"/>
            </a:pPr>
            <a:r>
              <a:rPr lang="en-US">
                <a:solidFill>
                  <a:schemeClr val="dk1"/>
                </a:solidFill>
                <a:latin typeface="Calibri"/>
                <a:ea typeface="Calibri"/>
                <a:cs typeface="Calibri"/>
                <a:sym typeface="Calibri"/>
              </a:rPr>
              <a:t>Cyan + Magenta + Yellow = Black.</a:t>
            </a:r>
            <a:endParaRPr>
              <a:solidFill>
                <a:schemeClr val="dk1"/>
              </a:solidFill>
              <a:latin typeface="Calibri"/>
              <a:ea typeface="Calibri"/>
              <a:cs typeface="Calibri"/>
              <a:sym typeface="Calibri"/>
            </a:endParaRPr>
          </a:p>
        </p:txBody>
      </p:sp>
      <p:pic>
        <p:nvPicPr>
          <p:cNvPr id="212" name="Google Shape;212;p19"/>
          <p:cNvPicPr preferRelativeResize="0"/>
          <p:nvPr>
            <p:ph idx="4" type="body"/>
          </p:nvPr>
        </p:nvPicPr>
        <p:blipFill rotWithShape="1">
          <a:blip r:embed="rId3">
            <a:alphaModFix/>
          </a:blip>
          <a:srcRect b="0" l="0" r="0" t="0"/>
          <a:stretch/>
        </p:blipFill>
        <p:spPr>
          <a:xfrm>
            <a:off x="4497401" y="1524000"/>
            <a:ext cx="4419600" cy="3276600"/>
          </a:xfrm>
          <a:prstGeom prst="rect">
            <a:avLst/>
          </a:prstGeom>
          <a:noFill/>
          <a:ln>
            <a:noFill/>
          </a:ln>
        </p:spPr>
      </p:pic>
      <p:sp>
        <p:nvSpPr>
          <p:cNvPr id="213" name="Google Shape;213;p19"/>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214" name="Google Shape;214;p19"/>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B4490F"/>
              </a:buClr>
              <a:buSzPts val="4100"/>
              <a:buFont typeface="Lucida Sans"/>
              <a:buNone/>
            </a:pPr>
            <a:r>
              <a:rPr b="0" i="0" lang="en-US" sz="2800" u="none" cap="none" strike="noStrike">
                <a:solidFill>
                  <a:schemeClr val="dk1"/>
                </a:solidFill>
                <a:latin typeface="Arial"/>
                <a:ea typeface="Arial"/>
                <a:cs typeface="Arial"/>
                <a:sym typeface="Arial"/>
              </a:rPr>
              <a:t>C</a:t>
            </a:r>
            <a:r>
              <a:rPr lang="en-US" sz="2800">
                <a:solidFill>
                  <a:schemeClr val="dk1"/>
                </a:solidFill>
              </a:rPr>
              <a:t>MYK</a:t>
            </a:r>
            <a:r>
              <a:rPr b="0" i="0" lang="en-US" sz="2800" u="none" cap="none" strike="noStrike">
                <a:solidFill>
                  <a:schemeClr val="dk1"/>
                </a:solidFill>
                <a:latin typeface="Arial"/>
                <a:ea typeface="Arial"/>
                <a:cs typeface="Arial"/>
                <a:sym typeface="Arial"/>
              </a:rPr>
              <a:t> </a:t>
            </a:r>
            <a:r>
              <a:rPr lang="en-US" sz="2800">
                <a:solidFill>
                  <a:schemeClr val="dk1"/>
                </a:solidFill>
              </a:rPr>
              <a:t>C</a:t>
            </a:r>
            <a:r>
              <a:rPr b="0" i="0" lang="en-US" sz="2800" u="none" cap="none" strike="noStrike">
                <a:solidFill>
                  <a:schemeClr val="dk1"/>
                </a:solidFill>
                <a:latin typeface="Arial"/>
                <a:ea typeface="Arial"/>
                <a:cs typeface="Arial"/>
                <a:sym typeface="Arial"/>
              </a:rPr>
              <a:t>olor </a:t>
            </a:r>
            <a:r>
              <a:rPr lang="en-US" sz="2800">
                <a:solidFill>
                  <a:schemeClr val="dk1"/>
                </a:solidFill>
              </a:rPr>
              <a:t>M</a:t>
            </a:r>
            <a:r>
              <a:rPr b="0" i="0" lang="en-US" sz="2800" u="none" cap="none" strike="noStrike">
                <a:solidFill>
                  <a:schemeClr val="dk1"/>
                </a:solidFill>
                <a:latin typeface="Arial"/>
                <a:ea typeface="Arial"/>
                <a:cs typeface="Arial"/>
                <a:sym typeface="Arial"/>
              </a:rPr>
              <a:t>odel </a:t>
            </a:r>
            <a:endParaRPr b="1" i="0" sz="800" u="none" cap="none" strike="noStrike">
              <a:solidFill>
                <a:schemeClr val="dk1"/>
              </a:solidFill>
              <a:latin typeface="Georgia"/>
              <a:ea typeface="Georgia"/>
              <a:cs typeface="Georgia"/>
              <a:sym typeface="Georgia"/>
            </a:endParaRPr>
          </a:p>
        </p:txBody>
      </p:sp>
      <p:pic>
        <p:nvPicPr>
          <p:cNvPr id="215" name="Google Shape;215;p19"/>
          <p:cNvPicPr preferRelativeResize="0"/>
          <p:nvPr/>
        </p:nvPicPr>
        <p:blipFill rotWithShape="1">
          <a:blip r:embed="rId4">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0"/>
          <p:cNvSpPr txBox="1"/>
          <p:nvPr>
            <p:ph idx="1" type="body"/>
          </p:nvPr>
        </p:nvSpPr>
        <p:spPr>
          <a:xfrm>
            <a:off x="872900" y="2132175"/>
            <a:ext cx="7541400" cy="2103600"/>
          </a:xfrm>
          <a:prstGeom prst="rect">
            <a:avLst/>
          </a:prstGeom>
          <a:noFill/>
          <a:ln>
            <a:noFill/>
          </a:ln>
        </p:spPr>
        <p:txBody>
          <a:bodyPr anchorCtr="0" anchor="t" bIns="45700" lIns="91425" spcFirstLastPara="1" rIns="91425" wrap="square" tIns="45700">
            <a:normAutofit/>
          </a:bodyPr>
          <a:lstStyle/>
          <a:p>
            <a:pPr indent="-281432" lvl="0" marL="365760" rtl="0" algn="l">
              <a:lnSpc>
                <a:spcPct val="115000"/>
              </a:lnSpc>
              <a:spcBef>
                <a:spcPts val="0"/>
              </a:spcBef>
              <a:spcAft>
                <a:spcPts val="0"/>
              </a:spcAft>
              <a:buClr>
                <a:schemeClr val="dk1"/>
              </a:buClr>
              <a:buSzPts val="2236"/>
              <a:buFont typeface="Calibri"/>
              <a:buChar char="●"/>
            </a:pPr>
            <a:r>
              <a:rPr lang="en-US" sz="2200">
                <a:solidFill>
                  <a:schemeClr val="dk1"/>
                </a:solidFill>
                <a:latin typeface="Calibri"/>
                <a:ea typeface="Calibri"/>
                <a:cs typeface="Calibri"/>
                <a:sym typeface="Calibri"/>
              </a:rPr>
              <a:t>The CMY color model is used in color printers</a:t>
            </a:r>
            <a:endParaRPr sz="2200">
              <a:solidFill>
                <a:schemeClr val="dk1"/>
              </a:solidFill>
              <a:latin typeface="Calibri"/>
              <a:ea typeface="Calibri"/>
              <a:cs typeface="Calibri"/>
              <a:sym typeface="Calibri"/>
            </a:endParaRPr>
          </a:p>
          <a:p>
            <a:pPr indent="-281432" lvl="0" marL="365760" rtl="0" algn="l">
              <a:lnSpc>
                <a:spcPct val="115000"/>
              </a:lnSpc>
              <a:spcBef>
                <a:spcPts val="400"/>
              </a:spcBef>
              <a:spcAft>
                <a:spcPts val="0"/>
              </a:spcAft>
              <a:buClr>
                <a:schemeClr val="dk1"/>
              </a:buClr>
              <a:buSzPts val="2236"/>
              <a:buFont typeface="Calibri"/>
              <a:buChar char="●"/>
            </a:pPr>
            <a:r>
              <a:rPr lang="en-US" sz="2200">
                <a:solidFill>
                  <a:schemeClr val="dk1"/>
                </a:solidFill>
                <a:latin typeface="Calibri"/>
                <a:ea typeface="Calibri"/>
                <a:cs typeface="Calibri"/>
                <a:sym typeface="Calibri"/>
              </a:rPr>
              <a:t>It is created by the subtractive mode</a:t>
            </a:r>
            <a:endParaRPr sz="2200">
              <a:solidFill>
                <a:schemeClr val="dk1"/>
              </a:solidFill>
              <a:latin typeface="Calibri"/>
              <a:ea typeface="Calibri"/>
              <a:cs typeface="Calibri"/>
              <a:sym typeface="Calibri"/>
            </a:endParaRPr>
          </a:p>
          <a:p>
            <a:pPr indent="-281432" lvl="0" marL="365760" rtl="0" algn="l">
              <a:lnSpc>
                <a:spcPct val="115000"/>
              </a:lnSpc>
              <a:spcBef>
                <a:spcPts val="400"/>
              </a:spcBef>
              <a:spcAft>
                <a:spcPts val="0"/>
              </a:spcAft>
              <a:buClr>
                <a:schemeClr val="dk1"/>
              </a:buClr>
              <a:buSzPts val="2236"/>
              <a:buFont typeface="Calibri"/>
              <a:buChar char="●"/>
            </a:pPr>
            <a:r>
              <a:rPr lang="en-US" sz="2200">
                <a:solidFill>
                  <a:schemeClr val="dk1"/>
                </a:solidFill>
                <a:latin typeface="Calibri"/>
                <a:ea typeface="Calibri"/>
                <a:cs typeface="Calibri"/>
                <a:sym typeface="Calibri"/>
              </a:rPr>
              <a:t>Used in most commercial color printing (Books, Magazines etc.)</a:t>
            </a:r>
            <a:endParaRPr sz="2200">
              <a:solidFill>
                <a:schemeClr val="dk1"/>
              </a:solidFill>
              <a:latin typeface="Calibri"/>
              <a:ea typeface="Calibri"/>
              <a:cs typeface="Calibri"/>
              <a:sym typeface="Calibri"/>
            </a:endParaRPr>
          </a:p>
        </p:txBody>
      </p:sp>
      <p:sp>
        <p:nvSpPr>
          <p:cNvPr id="221" name="Google Shape;221;p20"/>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222" name="Google Shape;222;p20"/>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B4490F"/>
              </a:buClr>
              <a:buSzPts val="4100"/>
              <a:buFont typeface="Lucida Sans"/>
              <a:buNone/>
            </a:pPr>
            <a:r>
              <a:rPr b="0" i="0" lang="en-US" sz="2800" u="none" cap="none" strike="noStrike">
                <a:solidFill>
                  <a:schemeClr val="dk1"/>
                </a:solidFill>
                <a:latin typeface="Arial"/>
                <a:ea typeface="Arial"/>
                <a:cs typeface="Arial"/>
                <a:sym typeface="Arial"/>
              </a:rPr>
              <a:t>Importance of </a:t>
            </a:r>
            <a:r>
              <a:rPr lang="en-US" sz="2800">
                <a:solidFill>
                  <a:schemeClr val="dk1"/>
                </a:solidFill>
              </a:rPr>
              <a:t>CMYK</a:t>
            </a:r>
            <a:r>
              <a:rPr b="0" i="0" lang="en-US" sz="2800" u="none" cap="none" strike="noStrike">
                <a:solidFill>
                  <a:schemeClr val="dk1"/>
                </a:solidFill>
                <a:latin typeface="Arial"/>
                <a:ea typeface="Arial"/>
                <a:cs typeface="Arial"/>
                <a:sym typeface="Arial"/>
              </a:rPr>
              <a:t> </a:t>
            </a:r>
            <a:r>
              <a:rPr lang="en-US" sz="2800">
                <a:solidFill>
                  <a:schemeClr val="dk1"/>
                </a:solidFill>
              </a:rPr>
              <a:t>C</a:t>
            </a:r>
            <a:r>
              <a:rPr b="0" i="0" lang="en-US" sz="2800" u="none" cap="none" strike="noStrike">
                <a:solidFill>
                  <a:schemeClr val="dk1"/>
                </a:solidFill>
                <a:latin typeface="Arial"/>
                <a:ea typeface="Arial"/>
                <a:cs typeface="Arial"/>
                <a:sym typeface="Arial"/>
              </a:rPr>
              <a:t>olor </a:t>
            </a:r>
            <a:r>
              <a:rPr lang="en-US" sz="2800">
                <a:solidFill>
                  <a:schemeClr val="dk1"/>
                </a:solidFill>
              </a:rPr>
              <a:t>M</a:t>
            </a:r>
            <a:r>
              <a:rPr b="0" i="0" lang="en-US" sz="2800" u="none" cap="none" strike="noStrike">
                <a:solidFill>
                  <a:schemeClr val="dk1"/>
                </a:solidFill>
                <a:latin typeface="Arial"/>
                <a:ea typeface="Arial"/>
                <a:cs typeface="Arial"/>
                <a:sym typeface="Arial"/>
              </a:rPr>
              <a:t>odel</a:t>
            </a:r>
            <a:endParaRPr b="0" i="0" sz="2600" u="none" cap="none" strike="noStrike">
              <a:solidFill>
                <a:schemeClr val="dk1"/>
              </a:solidFill>
              <a:latin typeface="Verdana"/>
              <a:ea typeface="Verdana"/>
              <a:cs typeface="Verdana"/>
              <a:sym typeface="Verdana"/>
            </a:endParaRPr>
          </a:p>
        </p:txBody>
      </p:sp>
      <p:pic>
        <p:nvPicPr>
          <p:cNvPr id="223" name="Google Shape;223;p20"/>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1"/>
          <p:cNvSpPr txBox="1"/>
          <p:nvPr>
            <p:ph idx="1" type="body"/>
          </p:nvPr>
        </p:nvSpPr>
        <p:spPr>
          <a:xfrm>
            <a:off x="628650" y="1481325"/>
            <a:ext cx="7885800" cy="4526100"/>
          </a:xfrm>
          <a:prstGeom prst="rect">
            <a:avLst/>
          </a:prstGeom>
          <a:noFill/>
          <a:ln>
            <a:noFill/>
          </a:ln>
        </p:spPr>
        <p:txBody>
          <a:bodyPr anchorCtr="0" anchor="t" bIns="45700" lIns="91425" spcFirstLastPara="1" rIns="91425" wrap="square" tIns="45700">
            <a:normAutofit/>
          </a:bodyPr>
          <a:lstStyle/>
          <a:p>
            <a:pPr indent="-125731" lvl="0" marL="271463" rtl="0" algn="l">
              <a:lnSpc>
                <a:spcPct val="115000"/>
              </a:lnSpc>
              <a:spcBef>
                <a:spcPts val="0"/>
              </a:spcBef>
              <a:spcAft>
                <a:spcPts val="0"/>
              </a:spcAft>
              <a:buClr>
                <a:srgbClr val="94B6D2"/>
              </a:buClr>
              <a:buSzPts val="2295"/>
              <a:buFont typeface="Noto Sans Symbols"/>
              <a:buNone/>
            </a:pPr>
            <a:r>
              <a:t/>
            </a:r>
            <a:endParaRPr sz="2100">
              <a:solidFill>
                <a:schemeClr val="dk1"/>
              </a:solidFill>
            </a:endParaRPr>
          </a:p>
          <a:p>
            <a:pPr indent="-374650" lvl="0" marL="457200" rtl="0" algn="l">
              <a:lnSpc>
                <a:spcPct val="115000"/>
              </a:lnSpc>
              <a:spcBef>
                <a:spcPts val="40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Less color process / screen for print.</a:t>
            </a:r>
            <a:endParaRPr sz="2300">
              <a:solidFill>
                <a:schemeClr val="dk1"/>
              </a:solidFill>
              <a:latin typeface="Calibri"/>
              <a:ea typeface="Calibri"/>
              <a:cs typeface="Calibri"/>
              <a:sym typeface="Calibri"/>
            </a:endParaRPr>
          </a:p>
          <a:p>
            <a:pPr indent="-374650" lvl="0" marL="457200" rtl="0" algn="l">
              <a:lnSpc>
                <a:spcPct val="115000"/>
              </a:lnSpc>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More productivity.</a:t>
            </a:r>
            <a:endParaRPr sz="2300">
              <a:solidFill>
                <a:schemeClr val="dk1"/>
              </a:solidFill>
              <a:latin typeface="Calibri"/>
              <a:ea typeface="Calibri"/>
              <a:cs typeface="Calibri"/>
              <a:sym typeface="Calibri"/>
            </a:endParaRPr>
          </a:p>
          <a:p>
            <a:pPr indent="-374650" lvl="0" marL="457200" rtl="0" algn="l">
              <a:lnSpc>
                <a:spcPct val="115000"/>
              </a:lnSpc>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Cost minimizing.</a:t>
            </a:r>
            <a:endParaRPr sz="2300">
              <a:solidFill>
                <a:schemeClr val="dk1"/>
              </a:solidFill>
              <a:latin typeface="Calibri"/>
              <a:ea typeface="Calibri"/>
              <a:cs typeface="Calibri"/>
              <a:sym typeface="Calibri"/>
            </a:endParaRPr>
          </a:p>
          <a:p>
            <a:pPr indent="-374650" lvl="0" marL="457200" rtl="0" algn="l">
              <a:lnSpc>
                <a:spcPct val="115000"/>
              </a:lnSpc>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CMYK color can be used for different item of print because of common color way.</a:t>
            </a:r>
            <a:endParaRPr sz="2300">
              <a:solidFill>
                <a:schemeClr val="dk1"/>
              </a:solidFill>
              <a:latin typeface="Calibri"/>
              <a:ea typeface="Calibri"/>
              <a:cs typeface="Calibri"/>
              <a:sym typeface="Calibri"/>
            </a:endParaRPr>
          </a:p>
          <a:p>
            <a:pPr indent="0" lvl="0" marL="0" rtl="0" algn="l">
              <a:lnSpc>
                <a:spcPct val="115000"/>
              </a:lnSpc>
              <a:spcBef>
                <a:spcPts val="400"/>
              </a:spcBef>
              <a:spcAft>
                <a:spcPts val="0"/>
              </a:spcAft>
              <a:buNone/>
            </a:pPr>
            <a:r>
              <a:t/>
            </a:r>
            <a:endParaRPr sz="2000">
              <a:solidFill>
                <a:schemeClr val="dk1"/>
              </a:solidFill>
              <a:latin typeface="Calibri"/>
              <a:ea typeface="Calibri"/>
              <a:cs typeface="Calibri"/>
              <a:sym typeface="Calibri"/>
            </a:endParaRPr>
          </a:p>
        </p:txBody>
      </p:sp>
      <p:sp>
        <p:nvSpPr>
          <p:cNvPr id="229" name="Google Shape;229;p21"/>
          <p:cNvSpPr txBox="1"/>
          <p:nvPr>
            <p:ph idx="12" type="sldNum"/>
          </p:nvPr>
        </p:nvSpPr>
        <p:spPr>
          <a:xfrm>
            <a:off x="8647272" y="6407944"/>
            <a:ext cx="365760" cy="365125"/>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230" name="Google Shape;230;p21"/>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B4490F"/>
              </a:buClr>
              <a:buSzPts val="3410"/>
              <a:buFont typeface="Libre Baskerville"/>
              <a:buNone/>
            </a:pPr>
            <a:r>
              <a:rPr b="0" i="0" lang="en-US" sz="2610" u="none" cap="none" strike="noStrike">
                <a:solidFill>
                  <a:schemeClr val="dk1"/>
                </a:solidFill>
                <a:latin typeface="Arial"/>
                <a:ea typeface="Arial"/>
                <a:cs typeface="Arial"/>
                <a:sym typeface="Arial"/>
              </a:rPr>
              <a:t>Advantages of CMYK </a:t>
            </a:r>
            <a:r>
              <a:rPr lang="en-US" sz="2610">
                <a:solidFill>
                  <a:schemeClr val="dk1"/>
                </a:solidFill>
              </a:rPr>
              <a:t>T</a:t>
            </a:r>
            <a:r>
              <a:rPr b="0" i="0" lang="en-US" sz="2610" u="none" cap="none" strike="noStrike">
                <a:solidFill>
                  <a:schemeClr val="dk1"/>
                </a:solidFill>
                <a:latin typeface="Arial"/>
                <a:ea typeface="Arial"/>
                <a:cs typeface="Arial"/>
                <a:sym typeface="Arial"/>
              </a:rPr>
              <a:t>echnique</a:t>
            </a:r>
            <a:endParaRPr b="1" i="0" sz="200" u="none" cap="none" strike="noStrike">
              <a:solidFill>
                <a:schemeClr val="dk1"/>
              </a:solidFill>
              <a:latin typeface="Arial"/>
              <a:ea typeface="Arial"/>
              <a:cs typeface="Arial"/>
              <a:sym typeface="Arial"/>
            </a:endParaRPr>
          </a:p>
        </p:txBody>
      </p:sp>
      <p:pic>
        <p:nvPicPr>
          <p:cNvPr id="231" name="Google Shape;231;p21"/>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e92e9ffd75_1_425"/>
          <p:cNvSpPr txBox="1"/>
          <p:nvPr>
            <p:ph idx="1" type="body"/>
          </p:nvPr>
        </p:nvSpPr>
        <p:spPr>
          <a:xfrm>
            <a:off x="402550" y="1345125"/>
            <a:ext cx="8229600" cy="5165700"/>
          </a:xfrm>
          <a:prstGeom prst="rect">
            <a:avLst/>
          </a:prstGeom>
          <a:noFill/>
          <a:ln>
            <a:noFill/>
          </a:ln>
        </p:spPr>
        <p:txBody>
          <a:bodyPr anchorCtr="0" anchor="t" bIns="45700" lIns="91425" spcFirstLastPara="1" rIns="91425" wrap="square" tIns="45700">
            <a:normAutofit/>
          </a:bodyPr>
          <a:lstStyle/>
          <a:p>
            <a:pPr indent="-361950" lvl="0" marL="457200" rtl="0" algn="l">
              <a:lnSpc>
                <a:spcPct val="115000"/>
              </a:lnSpc>
              <a:spcBef>
                <a:spcPts val="120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Represents colors closer to human perception</a:t>
            </a:r>
            <a:endParaRPr sz="2100">
              <a:solidFill>
                <a:schemeClr val="dk1"/>
              </a:solidFill>
              <a:latin typeface="Calibri"/>
              <a:ea typeface="Calibri"/>
              <a:cs typeface="Calibri"/>
              <a:sym typeface="Calibri"/>
            </a:endParaRPr>
          </a:p>
          <a:p>
            <a:pPr indent="-361950" lvl="0" marL="457200" rtl="0" algn="l">
              <a:lnSpc>
                <a:spcPct val="115000"/>
              </a:lnSpc>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Hue = Actual color</a:t>
            </a:r>
            <a:endParaRPr sz="2100">
              <a:solidFill>
                <a:schemeClr val="dk1"/>
              </a:solidFill>
              <a:latin typeface="Calibri"/>
              <a:ea typeface="Calibri"/>
              <a:cs typeface="Calibri"/>
              <a:sym typeface="Calibri"/>
            </a:endParaRPr>
          </a:p>
          <a:p>
            <a:pPr indent="-361950" lvl="0" marL="457200" rtl="0" algn="l">
              <a:lnSpc>
                <a:spcPct val="115000"/>
              </a:lnSpc>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Saturation = Purity</a:t>
            </a:r>
            <a:endParaRPr sz="2100">
              <a:solidFill>
                <a:schemeClr val="dk1"/>
              </a:solidFill>
              <a:latin typeface="Calibri"/>
              <a:ea typeface="Calibri"/>
              <a:cs typeface="Calibri"/>
              <a:sym typeface="Calibri"/>
            </a:endParaRPr>
          </a:p>
          <a:p>
            <a:pPr indent="-361950" lvl="0" marL="457200" rtl="0" algn="l">
              <a:lnSpc>
                <a:spcPct val="115000"/>
              </a:lnSpc>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Intensity/Value = Brightness</a:t>
            </a:r>
            <a:endParaRPr sz="2100">
              <a:solidFill>
                <a:schemeClr val="dk1"/>
              </a:solidFill>
              <a:latin typeface="Calibri"/>
              <a:ea typeface="Calibri"/>
              <a:cs typeface="Calibri"/>
              <a:sym typeface="Calibri"/>
            </a:endParaRPr>
          </a:p>
          <a:p>
            <a:pPr indent="-361950" lvl="0" marL="457200" rtl="0" algn="l">
              <a:lnSpc>
                <a:spcPct val="115000"/>
              </a:lnSpc>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Used in Photoshop, color pickers, image segmentation</a:t>
            </a:r>
            <a:endParaRPr sz="2100">
              <a:solidFill>
                <a:schemeClr val="dk1"/>
              </a:solidFill>
              <a:latin typeface="Calibri"/>
              <a:ea typeface="Calibri"/>
              <a:cs typeface="Calibri"/>
              <a:sym typeface="Calibri"/>
            </a:endParaRPr>
          </a:p>
          <a:p>
            <a:pPr indent="-361950" lvl="0" marL="457200" rtl="0" algn="l">
              <a:lnSpc>
                <a:spcPct val="115000"/>
              </a:lnSpc>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HSV is a color model widely used in image editing, color selection tools, and computer vision because it represents colors similarly to human perception </a:t>
            </a:r>
            <a:endParaRPr sz="2100">
              <a:solidFill>
                <a:schemeClr val="dk1"/>
              </a:solidFill>
              <a:latin typeface="Calibri"/>
              <a:ea typeface="Calibri"/>
              <a:cs typeface="Calibri"/>
              <a:sym typeface="Calibri"/>
            </a:endParaRPr>
          </a:p>
          <a:p>
            <a:pPr indent="0" lvl="0" marL="0" rtl="0" algn="l">
              <a:lnSpc>
                <a:spcPct val="115000"/>
              </a:lnSpc>
              <a:spcBef>
                <a:spcPts val="1200"/>
              </a:spcBef>
              <a:spcAft>
                <a:spcPts val="0"/>
              </a:spcAft>
              <a:buSzPts val="1224"/>
              <a:buNone/>
            </a:pPr>
            <a:r>
              <a:t/>
            </a:r>
            <a:endParaRPr>
              <a:solidFill>
                <a:schemeClr val="dk1"/>
              </a:solidFill>
            </a:endParaRPr>
          </a:p>
        </p:txBody>
      </p:sp>
      <p:sp>
        <p:nvSpPr>
          <p:cNvPr id="237" name="Google Shape;237;g3e92e9ffd75_1_425"/>
          <p:cNvSpPr txBox="1"/>
          <p:nvPr>
            <p:ph idx="12" type="sldNum"/>
          </p:nvPr>
        </p:nvSpPr>
        <p:spPr>
          <a:xfrm>
            <a:off x="8592622" y="6407944"/>
            <a:ext cx="365700" cy="365100"/>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238" name="Google Shape;238;g3e92e9ffd75_1_425"/>
          <p:cNvSpPr txBox="1"/>
          <p:nvPr/>
        </p:nvSpPr>
        <p:spPr>
          <a:xfrm>
            <a:off x="57400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15000"/>
              </a:lnSpc>
              <a:spcBef>
                <a:spcPts val="1800"/>
              </a:spcBef>
              <a:spcAft>
                <a:spcPts val="400"/>
              </a:spcAft>
              <a:buClr>
                <a:schemeClr val="dk1"/>
              </a:buClr>
              <a:buSzPts val="1100"/>
              <a:buFont typeface="Arial"/>
              <a:buNone/>
            </a:pPr>
            <a:r>
              <a:rPr b="0" i="0" lang="en-US" sz="2600" u="none" cap="none" strike="noStrike">
                <a:solidFill>
                  <a:schemeClr val="dk1"/>
                </a:solidFill>
                <a:latin typeface="Arial"/>
                <a:ea typeface="Arial"/>
                <a:cs typeface="Arial"/>
                <a:sym typeface="Arial"/>
              </a:rPr>
              <a:t>HSV / HSI / HSB Model</a:t>
            </a:r>
            <a:endParaRPr b="0" i="0" sz="2800" u="none" cap="none" strike="noStrike">
              <a:solidFill>
                <a:schemeClr val="dk1"/>
              </a:solidFill>
              <a:latin typeface="Georgia"/>
              <a:ea typeface="Georgia"/>
              <a:cs typeface="Georgia"/>
              <a:sym typeface="Georgia"/>
            </a:endParaRPr>
          </a:p>
        </p:txBody>
      </p:sp>
      <p:pic>
        <p:nvPicPr>
          <p:cNvPr id="239" name="Google Shape;239;g3e92e9ffd75_1_425"/>
          <p:cNvPicPr preferRelativeResize="0"/>
          <p:nvPr/>
        </p:nvPicPr>
        <p:blipFill rotWithShape="1">
          <a:blip r:embed="rId3">
            <a:alphaModFix/>
          </a:blip>
          <a:srcRect b="0" l="0" r="0" t="0"/>
          <a:stretch/>
        </p:blipFill>
        <p:spPr>
          <a:xfrm>
            <a:off x="8072500" y="482200"/>
            <a:ext cx="1224300" cy="612150"/>
          </a:xfrm>
          <a:prstGeom prst="rect">
            <a:avLst/>
          </a:prstGeom>
          <a:noFill/>
          <a:ln>
            <a:noFill/>
          </a:ln>
        </p:spPr>
      </p:pic>
      <p:pic>
        <p:nvPicPr>
          <p:cNvPr id="240" name="Google Shape;240;g3e92e9ffd75_1_425" title="images.jpeg"/>
          <p:cNvPicPr preferRelativeResize="0"/>
          <p:nvPr/>
        </p:nvPicPr>
        <p:blipFill>
          <a:blip r:embed="rId4">
            <a:alphaModFix/>
          </a:blip>
          <a:stretch>
            <a:fillRect/>
          </a:stretch>
        </p:blipFill>
        <p:spPr>
          <a:xfrm>
            <a:off x="4888877" y="4096244"/>
            <a:ext cx="2628900" cy="2505075"/>
          </a:xfrm>
          <a:prstGeom prst="rect">
            <a:avLst/>
          </a:prstGeom>
          <a:noFill/>
          <a:ln>
            <a:noFill/>
          </a:ln>
        </p:spPr>
      </p:pic>
      <p:pic>
        <p:nvPicPr>
          <p:cNvPr id="241" name="Google Shape;241;g3e92e9ffd75_1_425" title="hsvcone.gif"/>
          <p:cNvPicPr preferRelativeResize="0"/>
          <p:nvPr/>
        </p:nvPicPr>
        <p:blipFill>
          <a:blip r:embed="rId5">
            <a:alphaModFix/>
          </a:blip>
          <a:stretch>
            <a:fillRect/>
          </a:stretch>
        </p:blipFill>
        <p:spPr>
          <a:xfrm>
            <a:off x="2060614" y="4444643"/>
            <a:ext cx="2542325" cy="22400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e92e9ffd75_1_432"/>
          <p:cNvSpPr txBox="1"/>
          <p:nvPr>
            <p:ph idx="1" type="body"/>
          </p:nvPr>
        </p:nvSpPr>
        <p:spPr>
          <a:xfrm>
            <a:off x="457200" y="1481325"/>
            <a:ext cx="8229600" cy="4926600"/>
          </a:xfrm>
          <a:prstGeom prst="rect">
            <a:avLst/>
          </a:prstGeom>
          <a:noFill/>
          <a:ln>
            <a:noFill/>
          </a:ln>
        </p:spPr>
        <p:txBody>
          <a:bodyPr anchorCtr="0" anchor="t" bIns="45700" lIns="91425" spcFirstLastPara="1" rIns="91425" wrap="square" tIns="45700">
            <a:normAutofit lnSpcReduction="10000"/>
          </a:bodyPr>
          <a:lstStyle/>
          <a:p>
            <a:pPr indent="-361950" lvl="0" marL="457200" rtl="0" algn="l">
              <a:lnSpc>
                <a:spcPct val="115000"/>
              </a:lnSpc>
              <a:spcBef>
                <a:spcPts val="120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Separates brightness from color information</a:t>
            </a:r>
            <a:endParaRPr sz="2100">
              <a:solidFill>
                <a:schemeClr val="dk1"/>
              </a:solidFill>
              <a:latin typeface="Calibri"/>
              <a:ea typeface="Calibri"/>
              <a:cs typeface="Calibri"/>
              <a:sym typeface="Calibri"/>
            </a:endParaRPr>
          </a:p>
          <a:p>
            <a:pPr indent="-361950" lvl="0" marL="457200" rtl="0" algn="l">
              <a:lnSpc>
                <a:spcPct val="115000"/>
              </a:lnSpc>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Used in television and video compression</a:t>
            </a:r>
            <a:endParaRPr sz="2100">
              <a:solidFill>
                <a:schemeClr val="dk1"/>
              </a:solidFill>
              <a:latin typeface="Calibri"/>
              <a:ea typeface="Calibri"/>
              <a:cs typeface="Calibri"/>
              <a:sym typeface="Calibri"/>
            </a:endParaRPr>
          </a:p>
          <a:p>
            <a:pPr indent="-361950" lvl="0" marL="457200" rtl="0" algn="l">
              <a:lnSpc>
                <a:spcPct val="115000"/>
              </a:lnSpc>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Y = luminance (Only the brightness information)</a:t>
            </a:r>
            <a:endParaRPr sz="2100">
              <a:solidFill>
                <a:schemeClr val="dk1"/>
              </a:solidFill>
              <a:latin typeface="Calibri"/>
              <a:ea typeface="Calibri"/>
              <a:cs typeface="Calibri"/>
              <a:sym typeface="Calibri"/>
            </a:endParaRPr>
          </a:p>
          <a:p>
            <a:pPr indent="-361950" lvl="0" marL="457200" rtl="0" algn="l">
              <a:lnSpc>
                <a:spcPct val="115000"/>
              </a:lnSpc>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Only Y will give a greyscale image</a:t>
            </a:r>
            <a:endParaRPr sz="2100">
              <a:solidFill>
                <a:schemeClr val="dk1"/>
              </a:solidFill>
              <a:latin typeface="Calibri"/>
              <a:ea typeface="Calibri"/>
              <a:cs typeface="Calibri"/>
              <a:sym typeface="Calibri"/>
            </a:endParaRPr>
          </a:p>
          <a:p>
            <a:pPr indent="-361950" lvl="0" marL="457200" rtl="0" algn="l">
              <a:lnSpc>
                <a:spcPct val="115000"/>
              </a:lnSpc>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U/V or I/Q = chrominance (Color information)</a:t>
            </a:r>
            <a:endParaRPr sz="2100">
              <a:solidFill>
                <a:schemeClr val="dk1"/>
              </a:solidFill>
              <a:latin typeface="Calibri"/>
              <a:ea typeface="Calibri"/>
              <a:cs typeface="Calibri"/>
              <a:sym typeface="Calibri"/>
            </a:endParaRPr>
          </a:p>
          <a:p>
            <a:pPr indent="-361950" lvl="0" marL="457200" rtl="0" algn="l">
              <a:lnSpc>
                <a:spcPct val="115000"/>
              </a:lnSpc>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U/Cb = Blueness of the pixel</a:t>
            </a:r>
            <a:endParaRPr sz="2100">
              <a:solidFill>
                <a:schemeClr val="dk1"/>
              </a:solidFill>
              <a:latin typeface="Calibri"/>
              <a:ea typeface="Calibri"/>
              <a:cs typeface="Calibri"/>
              <a:sym typeface="Calibri"/>
            </a:endParaRPr>
          </a:p>
          <a:p>
            <a:pPr indent="-361950" lvl="0" marL="457200" rtl="0" algn="l">
              <a:lnSpc>
                <a:spcPct val="115000"/>
              </a:lnSpc>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V/Cr = Redness of the pixel</a:t>
            </a:r>
            <a:endParaRPr sz="2100">
              <a:solidFill>
                <a:schemeClr val="dk1"/>
              </a:solidFill>
              <a:latin typeface="Calibri"/>
              <a:ea typeface="Calibri"/>
              <a:cs typeface="Calibri"/>
              <a:sym typeface="Calibri"/>
            </a:endParaRPr>
          </a:p>
          <a:p>
            <a:pPr indent="-361950" lvl="0" marL="457200" rtl="0" algn="l">
              <a:lnSpc>
                <a:spcPct val="115000"/>
              </a:lnSpc>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Blueness/Redness presents the coordinates in the </a:t>
            </a:r>
            <a:r>
              <a:rPr lang="en-US" sz="2100">
                <a:solidFill>
                  <a:schemeClr val="dk1"/>
                </a:solidFill>
                <a:latin typeface="Calibri"/>
                <a:ea typeface="Calibri"/>
                <a:cs typeface="Calibri"/>
                <a:sym typeface="Calibri"/>
              </a:rPr>
              <a:t>chrominance plane</a:t>
            </a:r>
            <a:endParaRPr sz="2100">
              <a:solidFill>
                <a:schemeClr val="dk1"/>
              </a:solidFill>
              <a:latin typeface="Calibri"/>
              <a:ea typeface="Calibri"/>
              <a:cs typeface="Calibri"/>
              <a:sym typeface="Calibri"/>
            </a:endParaRPr>
          </a:p>
          <a:p>
            <a:pPr indent="-361950" lvl="0" marL="457200" rtl="0" algn="l">
              <a:lnSpc>
                <a:spcPct val="115000"/>
              </a:lnSpc>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When blueness or redness values are small the pixel gets toward green</a:t>
            </a:r>
            <a:endParaRPr sz="2100">
              <a:solidFill>
                <a:schemeClr val="dk1"/>
              </a:solidFill>
              <a:latin typeface="Calibri"/>
              <a:ea typeface="Calibri"/>
              <a:cs typeface="Calibri"/>
              <a:sym typeface="Calibri"/>
            </a:endParaRPr>
          </a:p>
          <a:p>
            <a:pPr indent="-361950" lvl="0" marL="457200" rtl="0" algn="l">
              <a:lnSpc>
                <a:spcPct val="115000"/>
              </a:lnSpc>
              <a:spcBef>
                <a:spcPts val="0"/>
              </a:spcBef>
              <a:spcAft>
                <a:spcPts val="0"/>
              </a:spcAft>
              <a:buClr>
                <a:schemeClr val="dk1"/>
              </a:buClr>
              <a:buSzPts val="2100"/>
              <a:buFont typeface="Calibri"/>
              <a:buChar char="●"/>
            </a:pPr>
            <a:r>
              <a:rPr lang="en-US" sz="2100">
                <a:solidFill>
                  <a:schemeClr val="dk1"/>
                </a:solidFill>
                <a:latin typeface="Calibri"/>
                <a:ea typeface="Calibri"/>
                <a:cs typeface="Calibri"/>
                <a:sym typeface="Calibri"/>
              </a:rPr>
              <a:t>YUV is a color model used in television broadcasting and video compression where brightness information is separated from color information </a:t>
            </a:r>
            <a:endParaRPr sz="2100">
              <a:solidFill>
                <a:schemeClr val="dk1"/>
              </a:solidFill>
              <a:latin typeface="Calibri"/>
              <a:ea typeface="Calibri"/>
              <a:cs typeface="Calibri"/>
              <a:sym typeface="Calibri"/>
            </a:endParaRPr>
          </a:p>
          <a:p>
            <a:pPr indent="0" lvl="0" marL="0" rtl="0" algn="l">
              <a:lnSpc>
                <a:spcPct val="115000"/>
              </a:lnSpc>
              <a:spcBef>
                <a:spcPts val="1200"/>
              </a:spcBef>
              <a:spcAft>
                <a:spcPts val="0"/>
              </a:spcAft>
              <a:buSzPts val="1224"/>
              <a:buNone/>
            </a:pPr>
            <a:r>
              <a:t/>
            </a:r>
            <a:endParaRPr sz="2000">
              <a:solidFill>
                <a:schemeClr val="dk1"/>
              </a:solidFill>
              <a:latin typeface="Calibri"/>
              <a:ea typeface="Calibri"/>
              <a:cs typeface="Calibri"/>
              <a:sym typeface="Calibri"/>
            </a:endParaRPr>
          </a:p>
        </p:txBody>
      </p:sp>
      <p:sp>
        <p:nvSpPr>
          <p:cNvPr id="247" name="Google Shape;247;g3e92e9ffd75_1_432"/>
          <p:cNvSpPr txBox="1"/>
          <p:nvPr>
            <p:ph idx="12" type="sldNum"/>
          </p:nvPr>
        </p:nvSpPr>
        <p:spPr>
          <a:xfrm>
            <a:off x="8647272" y="6407944"/>
            <a:ext cx="365700" cy="365100"/>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248" name="Google Shape;248;g3e92e9ffd75_1_432"/>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15000"/>
              </a:lnSpc>
              <a:spcBef>
                <a:spcPts val="1800"/>
              </a:spcBef>
              <a:spcAft>
                <a:spcPts val="400"/>
              </a:spcAft>
              <a:buClr>
                <a:schemeClr val="dk1"/>
              </a:buClr>
              <a:buSzPts val="1100"/>
              <a:buFont typeface="Arial"/>
              <a:buNone/>
            </a:pPr>
            <a:r>
              <a:rPr b="0" i="0" lang="en-US" sz="1700" u="none" cap="none" strike="noStrike">
                <a:solidFill>
                  <a:schemeClr val="dk1"/>
                </a:solidFill>
                <a:latin typeface="Arial"/>
                <a:ea typeface="Arial"/>
                <a:cs typeface="Arial"/>
                <a:sym typeface="Arial"/>
              </a:rPr>
              <a:t> </a:t>
            </a:r>
            <a:r>
              <a:rPr b="0" i="0" lang="en-US" sz="2600" u="none" cap="none" strike="noStrike">
                <a:solidFill>
                  <a:schemeClr val="dk1"/>
                </a:solidFill>
                <a:latin typeface="Arial"/>
                <a:ea typeface="Arial"/>
                <a:cs typeface="Arial"/>
                <a:sym typeface="Arial"/>
              </a:rPr>
              <a:t>YUV / YIQ Model</a:t>
            </a:r>
            <a:endParaRPr b="0" i="0" sz="1100" u="none" cap="none" strike="noStrike">
              <a:solidFill>
                <a:schemeClr val="dk1"/>
              </a:solidFill>
              <a:latin typeface="Georgia"/>
              <a:ea typeface="Georgia"/>
              <a:cs typeface="Georgia"/>
              <a:sym typeface="Georgia"/>
            </a:endParaRPr>
          </a:p>
        </p:txBody>
      </p:sp>
      <p:pic>
        <p:nvPicPr>
          <p:cNvPr id="249" name="Google Shape;249;g3e92e9ffd75_1_432"/>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f94b61ef3f_0_4"/>
          <p:cNvSpPr txBox="1"/>
          <p:nvPr>
            <p:ph idx="12" type="sldNum"/>
          </p:nvPr>
        </p:nvSpPr>
        <p:spPr>
          <a:xfrm>
            <a:off x="8647272" y="6407944"/>
            <a:ext cx="365700" cy="365100"/>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lang="en-US">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255" name="Google Shape;255;g3f94b61ef3f_0_4"/>
          <p:cNvSpPr txBox="1"/>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a:bodyPr>
          <a:lstStyle/>
          <a:p>
            <a:pPr indent="0" lvl="0" marL="0" marR="0" rtl="0" algn="l">
              <a:lnSpc>
                <a:spcPct val="115000"/>
              </a:lnSpc>
              <a:spcBef>
                <a:spcPts val="1800"/>
              </a:spcBef>
              <a:spcAft>
                <a:spcPts val="400"/>
              </a:spcAft>
              <a:buClr>
                <a:schemeClr val="dk1"/>
              </a:buClr>
              <a:buSzPts val="1100"/>
              <a:buFont typeface="Arial"/>
              <a:buNone/>
            </a:pPr>
            <a:r>
              <a:rPr b="0" i="0" lang="en-US" sz="1700" u="none" cap="none" strike="noStrike">
                <a:solidFill>
                  <a:schemeClr val="dk1"/>
                </a:solidFill>
                <a:latin typeface="Arial"/>
                <a:ea typeface="Arial"/>
                <a:cs typeface="Arial"/>
                <a:sym typeface="Arial"/>
              </a:rPr>
              <a:t> </a:t>
            </a:r>
            <a:r>
              <a:rPr b="0" i="0" lang="en-US" sz="2600" u="none" cap="none" strike="noStrike">
                <a:solidFill>
                  <a:schemeClr val="dk1"/>
                </a:solidFill>
                <a:latin typeface="Arial"/>
                <a:ea typeface="Arial"/>
                <a:cs typeface="Arial"/>
                <a:sym typeface="Arial"/>
              </a:rPr>
              <a:t>YUV / YIQ Model</a:t>
            </a:r>
            <a:endParaRPr b="0" i="0" sz="1100" u="none" cap="none" strike="noStrike">
              <a:solidFill>
                <a:schemeClr val="dk1"/>
              </a:solidFill>
              <a:latin typeface="Georgia"/>
              <a:ea typeface="Georgia"/>
              <a:cs typeface="Georgia"/>
              <a:sym typeface="Georgia"/>
            </a:endParaRPr>
          </a:p>
        </p:txBody>
      </p:sp>
      <p:pic>
        <p:nvPicPr>
          <p:cNvPr id="256" name="Google Shape;256;g3f94b61ef3f_0_4"/>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pic>
        <p:nvPicPr>
          <p:cNvPr id="257" name="Google Shape;257;g3f94b61ef3f_0_4" title="Screenshot 2026-07-22 at 2.04.31 AM.png"/>
          <p:cNvPicPr preferRelativeResize="0"/>
          <p:nvPr/>
        </p:nvPicPr>
        <p:blipFill>
          <a:blip r:embed="rId4">
            <a:alphaModFix/>
          </a:blip>
          <a:stretch>
            <a:fillRect/>
          </a:stretch>
        </p:blipFill>
        <p:spPr>
          <a:xfrm>
            <a:off x="2475600" y="1391904"/>
            <a:ext cx="4381500" cy="4352300"/>
          </a:xfrm>
          <a:prstGeom prst="rect">
            <a:avLst/>
          </a:prstGeom>
          <a:noFill/>
          <a:ln>
            <a:noFill/>
          </a:ln>
        </p:spPr>
      </p:pic>
      <p:sp>
        <p:nvSpPr>
          <p:cNvPr id="258" name="Google Shape;258;g3f94b61ef3f_0_4"/>
          <p:cNvSpPr txBox="1"/>
          <p:nvPr/>
        </p:nvSpPr>
        <p:spPr>
          <a:xfrm>
            <a:off x="3620375" y="6038775"/>
            <a:ext cx="23040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100">
                <a:solidFill>
                  <a:schemeClr val="dk1"/>
                </a:solidFill>
                <a:latin typeface="Calibri"/>
                <a:ea typeface="Calibri"/>
                <a:cs typeface="Calibri"/>
                <a:sym typeface="Calibri"/>
              </a:rPr>
              <a:t>C</a:t>
            </a:r>
            <a:r>
              <a:rPr lang="en-US" sz="2100">
                <a:solidFill>
                  <a:schemeClr val="dk1"/>
                </a:solidFill>
                <a:latin typeface="Calibri"/>
                <a:ea typeface="Calibri"/>
                <a:cs typeface="Calibri"/>
                <a:sym typeface="Calibri"/>
              </a:rPr>
              <a:t>hrominance Plane</a:t>
            </a:r>
            <a:endParaRPr sz="18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e92e9ffd75_1_2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b="0" i="0" lang="en-US" sz="3300" u="none">
                <a:solidFill>
                  <a:schemeClr val="dk1"/>
                </a:solidFill>
                <a:latin typeface="Calibri"/>
                <a:ea typeface="Calibri"/>
                <a:cs typeface="Calibri"/>
                <a:sym typeface="Calibri"/>
              </a:rPr>
              <a:t> </a:t>
            </a:r>
            <a:endParaRPr/>
          </a:p>
        </p:txBody>
      </p:sp>
      <p:pic>
        <p:nvPicPr>
          <p:cNvPr id="264" name="Google Shape;264;g3e92e9ffd75_1_216"/>
          <p:cNvPicPr preferRelativeResize="0"/>
          <p:nvPr>
            <p:ph idx="1" type="body"/>
          </p:nvPr>
        </p:nvPicPr>
        <p:blipFill rotWithShape="1">
          <a:blip r:embed="rId3">
            <a:alphaModFix/>
          </a:blip>
          <a:srcRect b="0" l="0" r="0" t="0"/>
          <a:stretch/>
        </p:blipFill>
        <p:spPr>
          <a:xfrm>
            <a:off x="1671637" y="1295400"/>
            <a:ext cx="5800800" cy="4351200"/>
          </a:xfrm>
          <a:prstGeom prst="rect">
            <a:avLst/>
          </a:prstGeom>
          <a:noFill/>
          <a:ln>
            <a:noFill/>
          </a:ln>
        </p:spPr>
      </p:pic>
      <p:pic>
        <p:nvPicPr>
          <p:cNvPr id="265" name="Google Shape;265;g3e92e9ffd75_1_216"/>
          <p:cNvPicPr preferRelativeResize="0"/>
          <p:nvPr/>
        </p:nvPicPr>
        <p:blipFill rotWithShape="1">
          <a:blip r:embed="rId4">
            <a:alphaModFix/>
          </a:blip>
          <a:srcRect b="0" l="0" r="0" t="0"/>
          <a:stretch/>
        </p:blipFill>
        <p:spPr>
          <a:xfrm>
            <a:off x="8077200" y="22225"/>
            <a:ext cx="1371600" cy="685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Mirza</dc:creator>
</cp:coreProperties>
</file>
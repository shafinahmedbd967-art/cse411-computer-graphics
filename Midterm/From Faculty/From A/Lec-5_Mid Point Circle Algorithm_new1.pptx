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9296400" cy="7010400"/>
  <p:embeddedFontLst>
    <p:embeddedFont>
      <p:font typeface="Century Gothic" panose="020B0502020202020204" pitchFamily="34" charset="0"/>
      <p:regular r:id="rId31"/>
      <p:bold r:id="rId32"/>
      <p:italic r:id="rId33"/>
      <p:boldItalic r:id="rId34"/>
    </p:embeddedFont>
    <p:embeddedFont>
      <p:font typeface="Georgia" panose="02040502050405020303" pitchFamily="18" charset="0"/>
      <p:regular r:id="rId35"/>
      <p:bold r:id="rId36"/>
      <p:italic r:id="rId37"/>
      <p:boldItalic r:id="rId38"/>
    </p:embeddedFont>
    <p:embeddedFont>
      <p:font typeface="Noto Sans Symbols" panose="020B0604020202020204" charset="0"/>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jAH8eoeOmhVRZGpFI2V292Qr/hZ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432AEF0-501D-4AC8-8802-CBEB520A679A}">
  <a:tblStyle styleId="{9432AEF0-501D-4AC8-8802-CBEB520A679A}" styleName="Table_0">
    <a:wholeTbl>
      <a:tcTxStyle b="off" i="off">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accent5"/>
              </a:solidFill>
              <a:prstDash val="solid"/>
              <a:round/>
              <a:headEnd type="none" w="sm" len="sm"/>
              <a:tailEnd type="none" w="sm" len="sm"/>
            </a:ln>
          </a:top>
        </a:tcBdr>
        <a:fill>
          <a:solidFill>
            <a:srgbClr val="E8EBF5"/>
          </a:solidFill>
        </a:fill>
      </a:tcStyle>
    </a:lastRow>
    <a:seCell>
      <a:tcTxStyle/>
      <a:tcStyle>
        <a:tcBdr/>
      </a:tcStyle>
    </a:seCell>
    <a:swCell>
      <a:tcTxStyle/>
      <a:tcStyle>
        <a:tcBdr/>
      </a:tcStyle>
    </a:swCell>
    <a:firstRow>
      <a:tcTxStyle b="on" i="off"/>
      <a:tcStyle>
        <a:tcBdr/>
        <a:fill>
          <a:solidFill>
            <a:srgbClr val="E8EBF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165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4029075" cy="350838"/>
          </a:xfrm>
          <a:prstGeom prst="rect">
            <a:avLst/>
          </a:prstGeom>
          <a:noFill/>
          <a:ln>
            <a:noFill/>
          </a:ln>
        </p:spPr>
        <p:txBody>
          <a:bodyPr spcFirstLastPara="1" wrap="square" lIns="93175" tIns="46575" rIns="93175" bIns="46575" anchor="t" anchorCtr="0">
            <a:noAutofit/>
          </a:bodyPr>
          <a:lstStyle>
            <a:lvl1pPr marR="0" lvl="0" algn="l" rtl="0">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2600" b="1" i="0" u="sng"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600" b="1" i="0" u="sng"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600" b="1" i="0" u="sng"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600" b="1" i="0" u="sng"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600" b="1" i="0" u="sng"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600" b="1" i="0" u="sng"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600" b="1" i="0" u="sng"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600" b="1" i="0" u="sng" strike="noStrike" cap="none">
                <a:solidFill>
                  <a:schemeClr val="lt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265738" y="0"/>
            <a:ext cx="4029075" cy="350838"/>
          </a:xfrm>
          <a:prstGeom prst="rect">
            <a:avLst/>
          </a:prstGeom>
          <a:noFill/>
          <a:ln>
            <a:noFill/>
          </a:ln>
        </p:spPr>
        <p:txBody>
          <a:bodyPr spcFirstLastPara="1" wrap="square" lIns="93175" tIns="46575" rIns="93175" bIns="46575" anchor="t" anchorCtr="0">
            <a:noAutofit/>
          </a:bodyPr>
          <a:lstStyle>
            <a:lvl1pPr marR="0" lvl="0" algn="r" rtl="0">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2600" b="1" i="0" u="sng"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600" b="1" i="0" u="sng"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600" b="1" i="0" u="sng"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600" b="1" i="0" u="sng"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600" b="1" i="0" u="sng"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600" b="1" i="0" u="sng"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600" b="1" i="0" u="sng"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600" b="1" i="0" u="sng" strike="noStrike" cap="none">
                <a:solidFill>
                  <a:schemeClr val="lt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30275" y="3330575"/>
            <a:ext cx="7435850" cy="3154363"/>
          </a:xfrm>
          <a:prstGeom prst="rect">
            <a:avLst/>
          </a:prstGeom>
          <a:noFill/>
          <a:ln>
            <a:noFill/>
          </a:ln>
        </p:spPr>
        <p:txBody>
          <a:bodyPr spcFirstLastPara="1" wrap="square" lIns="93175" tIns="46575" rIns="93175" bIns="4657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36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36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36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36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6657975"/>
            <a:ext cx="4029075" cy="350838"/>
          </a:xfrm>
          <a:prstGeom prst="rect">
            <a:avLst/>
          </a:prstGeom>
          <a:noFill/>
          <a:ln>
            <a:noFill/>
          </a:ln>
        </p:spPr>
        <p:txBody>
          <a:bodyPr spcFirstLastPara="1" wrap="square" lIns="93175" tIns="46575" rIns="93175" bIns="46575" anchor="b" anchorCtr="0">
            <a:noAutofit/>
          </a:bodyPr>
          <a:lstStyle>
            <a:lvl1pPr marR="0" lvl="0" algn="l" rtl="0">
              <a:spcBef>
                <a:spcPts val="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2600" b="1" i="0" u="sng"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600" b="1" i="0" u="sng"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600" b="1" i="0" u="sng"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600" b="1" i="0" u="sng"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600" b="1" i="0" u="sng"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600" b="1" i="0" u="sng"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600" b="1" i="0" u="sng"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600" b="1" i="0" u="sng" strike="noStrike" cap="none">
                <a:solidFill>
                  <a:schemeClr val="lt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265738" y="6657975"/>
            <a:ext cx="4029075" cy="350838"/>
          </a:xfrm>
          <a:prstGeom prst="rect">
            <a:avLst/>
          </a:prstGeom>
          <a:noFill/>
          <a:ln>
            <a:noFill/>
          </a:ln>
        </p:spPr>
        <p:txBody>
          <a:bodyPr spcFirstLastPara="1" wrap="square" lIns="93175" tIns="46575" rIns="93175" bIns="46575" anchor="b" anchorCtr="0">
            <a:noAutofit/>
          </a:bodyPr>
          <a:lstStyle/>
          <a:p>
            <a:pPr marL="0" marR="0" lvl="0" indent="0" algn="r" rtl="0">
              <a:spcBef>
                <a:spcPts val="0"/>
              </a:spcBef>
              <a:spcAft>
                <a:spcPts val="0"/>
              </a:spcAft>
              <a:buClr>
                <a:schemeClr val="lt1"/>
              </a:buClr>
              <a:buSzPts val="1200"/>
              <a:buFont typeface="Arial"/>
              <a:buNone/>
            </a:pPr>
            <a:fld id="{00000000-1234-1234-1234-123412341234}" type="slidenum">
              <a:rPr lang="en-US" sz="1200" b="0" i="0" u="none" strike="noStrike" cap="none">
                <a:solidFill>
                  <a:schemeClr val="lt1"/>
                </a:solidFill>
                <a:latin typeface="Arial"/>
                <a:ea typeface="Arial"/>
                <a:cs typeface="Arial"/>
                <a:sym typeface="Arial"/>
              </a:rPr>
              <a:t>‹#›</a:t>
            </a:fld>
            <a:endParaRPr sz="12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1" name="Google Shape;101;p1:notes"/>
          <p:cNvSpPr txBox="1">
            <a:spLocks noGrp="1"/>
          </p:cNvSpPr>
          <p:nvPr>
            <p:ph type="body" idx="1"/>
          </p:nvPr>
        </p:nvSpPr>
        <p:spPr>
          <a:xfrm>
            <a:off x="930275" y="3330575"/>
            <a:ext cx="7435850" cy="3154363"/>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0" name="Google Shape;110;p2:notes"/>
          <p:cNvSpPr txBox="1">
            <a:spLocks noGrp="1"/>
          </p:cNvSpPr>
          <p:nvPr>
            <p:ph type="body" idx="1"/>
          </p:nvPr>
        </p:nvSpPr>
        <p:spPr>
          <a:xfrm>
            <a:off x="930275" y="3330575"/>
            <a:ext cx="7435850" cy="3154363"/>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3: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9" name="Google Shape;119;p3:notes"/>
          <p:cNvSpPr txBox="1">
            <a:spLocks noGrp="1"/>
          </p:cNvSpPr>
          <p:nvPr>
            <p:ph type="body" idx="1"/>
          </p:nvPr>
        </p:nvSpPr>
        <p:spPr>
          <a:xfrm>
            <a:off x="930275" y="3330575"/>
            <a:ext cx="7435850" cy="3154363"/>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4:notes"/>
          <p:cNvSpPr txBox="1">
            <a:spLocks noGrp="1"/>
          </p:cNvSpPr>
          <p:nvPr>
            <p:ph type="body" idx="1"/>
          </p:nvPr>
        </p:nvSpPr>
        <p:spPr>
          <a:xfrm>
            <a:off x="930275" y="3330575"/>
            <a:ext cx="7435850" cy="3154363"/>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28" name="Google Shape;128;p4: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txBox="1">
            <a:spLocks noGrp="1"/>
          </p:cNvSpPr>
          <p:nvPr>
            <p:ph type="body" idx="1"/>
          </p:nvPr>
        </p:nvSpPr>
        <p:spPr>
          <a:xfrm>
            <a:off x="-2147483648" y="-2147483648"/>
            <a:ext cx="0" cy="0"/>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37" name="Google Shape;137;p5: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6:notes"/>
          <p:cNvSpPr txBox="1">
            <a:spLocks noGrp="1"/>
          </p:cNvSpPr>
          <p:nvPr>
            <p:ph type="body" idx="1"/>
          </p:nvPr>
        </p:nvSpPr>
        <p:spPr>
          <a:xfrm>
            <a:off x="930275" y="3330575"/>
            <a:ext cx="7435850" cy="3154363"/>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64" name="Google Shape;164;p6: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7:notes"/>
          <p:cNvSpPr txBox="1">
            <a:spLocks noGrp="1"/>
          </p:cNvSpPr>
          <p:nvPr>
            <p:ph type="body" idx="1"/>
          </p:nvPr>
        </p:nvSpPr>
        <p:spPr>
          <a:xfrm>
            <a:off x="930275" y="3330575"/>
            <a:ext cx="7435850" cy="3154363"/>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173" name="Google Shape;173;p7: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8:notes"/>
          <p:cNvSpPr txBox="1">
            <a:spLocks noGrp="1"/>
          </p:cNvSpPr>
          <p:nvPr>
            <p:ph type="body" idx="1"/>
          </p:nvPr>
        </p:nvSpPr>
        <p:spPr>
          <a:xfrm>
            <a:off x="-2147483648" y="-2147483648"/>
            <a:ext cx="0" cy="0"/>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82" name="Google Shape;182;p8: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9:notes"/>
          <p:cNvSpPr txBox="1">
            <a:spLocks noGrp="1"/>
          </p:cNvSpPr>
          <p:nvPr>
            <p:ph type="body" idx="1"/>
          </p:nvPr>
        </p:nvSpPr>
        <p:spPr>
          <a:xfrm>
            <a:off x="-2147483648" y="-2147483648"/>
            <a:ext cx="0" cy="0"/>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25" name="Google Shape;225;p9: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0:notes"/>
          <p:cNvSpPr txBox="1">
            <a:spLocks noGrp="1"/>
          </p:cNvSpPr>
          <p:nvPr>
            <p:ph type="body" idx="1"/>
          </p:nvPr>
        </p:nvSpPr>
        <p:spPr>
          <a:xfrm>
            <a:off x="-2147483648" y="-2147483648"/>
            <a:ext cx="0" cy="0"/>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10" name="Google Shape;310;p10: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1:notes"/>
          <p:cNvSpPr txBox="1">
            <a:spLocks noGrp="1"/>
          </p:cNvSpPr>
          <p:nvPr>
            <p:ph type="body" idx="1"/>
          </p:nvPr>
        </p:nvSpPr>
        <p:spPr>
          <a:xfrm>
            <a:off x="-2147483648" y="-2147483648"/>
            <a:ext cx="0" cy="0"/>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21" name="Google Shape;321;p11: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12:notes"/>
          <p:cNvSpPr txBox="1">
            <a:spLocks noGrp="1"/>
          </p:cNvSpPr>
          <p:nvPr>
            <p:ph type="body" idx="1"/>
          </p:nvPr>
        </p:nvSpPr>
        <p:spPr>
          <a:xfrm>
            <a:off x="-2147483648" y="-2147483648"/>
            <a:ext cx="0" cy="0"/>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30" name="Google Shape;330;p12: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13: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7" name="Google Shape;377;p13:notes"/>
          <p:cNvSpPr txBox="1">
            <a:spLocks noGrp="1"/>
          </p:cNvSpPr>
          <p:nvPr>
            <p:ph type="body" idx="1"/>
          </p:nvPr>
        </p:nvSpPr>
        <p:spPr>
          <a:xfrm>
            <a:off x="930275" y="3330575"/>
            <a:ext cx="7435850" cy="3154363"/>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14: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7" name="Google Shape;387;p14:notes"/>
          <p:cNvSpPr txBox="1">
            <a:spLocks noGrp="1"/>
          </p:cNvSpPr>
          <p:nvPr>
            <p:ph type="body" idx="1"/>
          </p:nvPr>
        </p:nvSpPr>
        <p:spPr>
          <a:xfrm>
            <a:off x="930275" y="3330575"/>
            <a:ext cx="7435850" cy="3154363"/>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15: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9" name="Google Shape;399;p15:notes"/>
          <p:cNvSpPr txBox="1">
            <a:spLocks noGrp="1"/>
          </p:cNvSpPr>
          <p:nvPr>
            <p:ph type="body" idx="1"/>
          </p:nvPr>
        </p:nvSpPr>
        <p:spPr>
          <a:xfrm>
            <a:off x="930275" y="3330575"/>
            <a:ext cx="7435850" cy="3154363"/>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16:notes"/>
          <p:cNvSpPr txBox="1">
            <a:spLocks noGrp="1"/>
          </p:cNvSpPr>
          <p:nvPr>
            <p:ph type="body" idx="1"/>
          </p:nvPr>
        </p:nvSpPr>
        <p:spPr>
          <a:xfrm>
            <a:off x="-2147483648" y="-2147483648"/>
            <a:ext cx="0" cy="0"/>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10" name="Google Shape;410;p16: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17:notes"/>
          <p:cNvSpPr txBox="1">
            <a:spLocks noGrp="1"/>
          </p:cNvSpPr>
          <p:nvPr>
            <p:ph type="body" idx="1"/>
          </p:nvPr>
        </p:nvSpPr>
        <p:spPr>
          <a:xfrm>
            <a:off x="-2147483648" y="-2147483648"/>
            <a:ext cx="0" cy="0"/>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26" name="Google Shape;426;p17: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18:notes"/>
          <p:cNvSpPr txBox="1">
            <a:spLocks noGrp="1"/>
          </p:cNvSpPr>
          <p:nvPr>
            <p:ph type="body" idx="1"/>
          </p:nvPr>
        </p:nvSpPr>
        <p:spPr>
          <a:xfrm>
            <a:off x="-2147483648" y="-2147483648"/>
            <a:ext cx="0" cy="0"/>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36" name="Google Shape;436;p18: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19:notes"/>
          <p:cNvSpPr txBox="1">
            <a:spLocks noGrp="1"/>
          </p:cNvSpPr>
          <p:nvPr>
            <p:ph type="body" idx="1"/>
          </p:nvPr>
        </p:nvSpPr>
        <p:spPr>
          <a:xfrm>
            <a:off x="-2147483648" y="-2147483648"/>
            <a:ext cx="0" cy="0"/>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446" name="Google Shape;446;p19: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20: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6" name="Google Shape;456;p20:notes"/>
          <p:cNvSpPr txBox="1">
            <a:spLocks noGrp="1"/>
          </p:cNvSpPr>
          <p:nvPr>
            <p:ph type="body" idx="1"/>
          </p:nvPr>
        </p:nvSpPr>
        <p:spPr>
          <a:xfrm>
            <a:off x="930275" y="3330575"/>
            <a:ext cx="7435850" cy="3154363"/>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21: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7" name="Google Shape;467;p21:notes"/>
          <p:cNvSpPr txBox="1">
            <a:spLocks noGrp="1"/>
          </p:cNvSpPr>
          <p:nvPr>
            <p:ph type="body" idx="1"/>
          </p:nvPr>
        </p:nvSpPr>
        <p:spPr>
          <a:xfrm>
            <a:off x="930275" y="3330575"/>
            <a:ext cx="7435850" cy="3154363"/>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22: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8" name="Google Shape;478;p22:notes"/>
          <p:cNvSpPr txBox="1">
            <a:spLocks noGrp="1"/>
          </p:cNvSpPr>
          <p:nvPr>
            <p:ph type="body" idx="1"/>
          </p:nvPr>
        </p:nvSpPr>
        <p:spPr>
          <a:xfrm>
            <a:off x="930275" y="3330575"/>
            <a:ext cx="7435850" cy="3154363"/>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23: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3" name="Google Shape;493;p23:notes"/>
          <p:cNvSpPr txBox="1">
            <a:spLocks noGrp="1"/>
          </p:cNvSpPr>
          <p:nvPr>
            <p:ph type="body" idx="1"/>
          </p:nvPr>
        </p:nvSpPr>
        <p:spPr>
          <a:xfrm>
            <a:off x="930275" y="3330575"/>
            <a:ext cx="7435850" cy="3154363"/>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24: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5" name="Google Shape;505;p24:notes"/>
          <p:cNvSpPr txBox="1">
            <a:spLocks noGrp="1"/>
          </p:cNvSpPr>
          <p:nvPr>
            <p:ph type="body" idx="1"/>
          </p:nvPr>
        </p:nvSpPr>
        <p:spPr>
          <a:xfrm>
            <a:off x="930275" y="3330575"/>
            <a:ext cx="7435850" cy="3154363"/>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25: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6" name="Google Shape;516;p25:notes"/>
          <p:cNvSpPr txBox="1">
            <a:spLocks noGrp="1"/>
          </p:cNvSpPr>
          <p:nvPr>
            <p:ph type="body" idx="1"/>
          </p:nvPr>
        </p:nvSpPr>
        <p:spPr>
          <a:xfrm>
            <a:off x="930275" y="3330575"/>
            <a:ext cx="7435850" cy="3154363"/>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26:notes"/>
          <p:cNvSpPr txBox="1">
            <a:spLocks noGrp="1"/>
          </p:cNvSpPr>
          <p:nvPr>
            <p:ph type="body" idx="1"/>
          </p:nvPr>
        </p:nvSpPr>
        <p:spPr>
          <a:xfrm>
            <a:off x="930275" y="3330575"/>
            <a:ext cx="7435850" cy="3154363"/>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525" name="Google Shape;525;p26: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27: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5" name="Google Shape;535;p27:notes"/>
          <p:cNvSpPr txBox="1">
            <a:spLocks noGrp="1"/>
          </p:cNvSpPr>
          <p:nvPr>
            <p:ph type="body" idx="1"/>
          </p:nvPr>
        </p:nvSpPr>
        <p:spPr>
          <a:xfrm>
            <a:off x="930275" y="3330575"/>
            <a:ext cx="7435850" cy="3154363"/>
          </a:xfrm>
          <a:prstGeom prst="rect">
            <a:avLst/>
          </a:prstGeom>
          <a:noFill/>
          <a:ln>
            <a:noFill/>
          </a:ln>
        </p:spPr>
        <p:txBody>
          <a:bodyPr spcFirstLastPara="1" wrap="square" lIns="93175" tIns="46575" rIns="93175" bIns="4657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28:notes"/>
          <p:cNvSpPr txBox="1">
            <a:spLocks noGrp="1"/>
          </p:cNvSpPr>
          <p:nvPr>
            <p:ph type="body" idx="1"/>
          </p:nvPr>
        </p:nvSpPr>
        <p:spPr>
          <a:xfrm>
            <a:off x="930275" y="3330575"/>
            <a:ext cx="7435850" cy="3154363"/>
          </a:xfrm>
          <a:prstGeom prst="rect">
            <a:avLst/>
          </a:prstGeom>
        </p:spPr>
        <p:txBody>
          <a:bodyPr spcFirstLastPara="1" wrap="square" lIns="93175" tIns="46575" rIns="93175" bIns="46575" anchor="t" anchorCtr="0">
            <a:noAutofit/>
          </a:bodyPr>
          <a:lstStyle/>
          <a:p>
            <a:pPr marL="0" lvl="0" indent="0" algn="l" rtl="0">
              <a:spcBef>
                <a:spcPts val="360"/>
              </a:spcBef>
              <a:spcAft>
                <a:spcPts val="0"/>
              </a:spcAft>
              <a:buNone/>
            </a:pPr>
            <a:endParaRPr/>
          </a:p>
        </p:txBody>
      </p:sp>
      <p:sp>
        <p:nvSpPr>
          <p:cNvPr id="545" name="Google Shape;545;p28: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0"/>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3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8" name="Google Shape;18;p3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1pPr>
            <a:lvl2pPr marL="0" marR="0" lvl="1"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2pPr>
            <a:lvl3pPr marL="0" marR="0" lvl="2"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3pPr>
            <a:lvl4pPr marL="0" marR="0" lvl="3"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4pPr>
            <a:lvl5pPr marL="0" marR="0" lvl="4"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5pPr>
            <a:lvl6pPr marL="0" marR="0" lvl="5"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6pPr>
            <a:lvl7pPr marL="0" marR="0" lvl="6"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7pPr>
            <a:lvl8pPr marL="0" marR="0" lvl="7"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8pPr>
            <a:lvl9pPr marL="0" marR="0" lvl="8"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21"/>
        <p:cNvGrpSpPr/>
        <p:nvPr/>
      </p:nvGrpSpPr>
      <p:grpSpPr>
        <a:xfrm>
          <a:off x="0" y="0"/>
          <a:ext cx="0" cy="0"/>
          <a:chOff x="0" y="0"/>
          <a:chExt cx="0" cy="0"/>
        </a:xfrm>
      </p:grpSpPr>
      <p:sp>
        <p:nvSpPr>
          <p:cNvPr id="22" name="Google Shape;22;p3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31"/>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4" name="Google Shape;24;p31"/>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5" name="Google Shape;25;p3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1pPr>
            <a:lvl2pPr marL="0" marR="0" lvl="1"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2pPr>
            <a:lvl3pPr marL="0" marR="0" lvl="2"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3pPr>
            <a:lvl4pPr marL="0" marR="0" lvl="3"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4pPr>
            <a:lvl5pPr marL="0" marR="0" lvl="4"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5pPr>
            <a:lvl6pPr marL="0" marR="0" lvl="5"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6pPr>
            <a:lvl7pPr marL="0" marR="0" lvl="6"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7pPr>
            <a:lvl8pPr marL="0" marR="0" lvl="7"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8pPr>
            <a:lvl9pPr marL="0" marR="0" lvl="8"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32"/>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0" name="Google Shape;30;p32"/>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1" name="Google Shape;31;p32"/>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2"/>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3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1pPr>
            <a:lvl2pPr marL="0" marR="0" lvl="1"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2pPr>
            <a:lvl3pPr marL="0" marR="0" lvl="2"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3pPr>
            <a:lvl4pPr marL="0" marR="0" lvl="3"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4pPr>
            <a:lvl5pPr marL="0" marR="0" lvl="4"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5pPr>
            <a:lvl6pPr marL="0" marR="0" lvl="5"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6pPr>
            <a:lvl7pPr marL="0" marR="0" lvl="6"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7pPr>
            <a:lvl8pPr marL="0" marR="0" lvl="7"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8pPr>
            <a:lvl9pPr marL="0" marR="0" lvl="8"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33"/>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6" name="Google Shape;36;p33"/>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7" name="Google Shape;37;p33"/>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8" name="Google Shape;38;p33"/>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3"/>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3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1pPr>
            <a:lvl2pPr marL="0" marR="0" lvl="1"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2pPr>
            <a:lvl3pPr marL="0" marR="0" lvl="2"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3pPr>
            <a:lvl4pPr marL="0" marR="0" lvl="3"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4pPr>
            <a:lvl5pPr marL="0" marR="0" lvl="4"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5pPr>
            <a:lvl6pPr marL="0" marR="0" lvl="5"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6pPr>
            <a:lvl7pPr marL="0" marR="0" lvl="6"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7pPr>
            <a:lvl8pPr marL="0" marR="0" lvl="7"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8pPr>
            <a:lvl9pPr marL="0" marR="0" lvl="8" indent="0" algn="r">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1"/>
        <p:cNvGrpSpPr/>
        <p:nvPr/>
      </p:nvGrpSpPr>
      <p:grpSpPr>
        <a:xfrm>
          <a:off x="0" y="0"/>
          <a:ext cx="0" cy="0"/>
          <a:chOff x="0" y="0"/>
          <a:chExt cx="0" cy="0"/>
        </a:xfrm>
      </p:grpSpPr>
      <p:sp>
        <p:nvSpPr>
          <p:cNvPr id="42" name="Google Shape;42;p34"/>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4"/>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1pPr>
            <a:lvl2pPr marL="0" marR="0" lvl="1"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2pPr>
            <a:lvl3pPr marL="0" marR="0" lvl="2"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3pPr>
            <a:lvl4pPr marL="0" marR="0" lvl="3"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4pPr>
            <a:lvl5pPr marL="0" marR="0" lvl="4"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5pPr>
            <a:lvl6pPr marL="0" marR="0" lvl="5"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6pPr>
            <a:lvl7pPr marL="0" marR="0" lvl="6"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7pPr>
            <a:lvl8pPr marL="0" marR="0" lvl="7"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8pPr>
            <a:lvl9pPr marL="0" marR="0" lvl="8"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Text, and 2 Content" type="txAndTwoObj">
  <p:cSld name="TEXT_AND_TWO_OBJECTS">
    <p:spTree>
      <p:nvGrpSpPr>
        <p:cNvPr id="1" name="Shape 45"/>
        <p:cNvGrpSpPr/>
        <p:nvPr/>
      </p:nvGrpSpPr>
      <p:grpSpPr>
        <a:xfrm>
          <a:off x="0" y="0"/>
          <a:ext cx="0" cy="0"/>
          <a:chOff x="0" y="0"/>
          <a:chExt cx="0" cy="0"/>
        </a:xfrm>
      </p:grpSpPr>
      <p:sp>
        <p:nvSpPr>
          <p:cNvPr id="46" name="Google Shape;46;p35"/>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7" name="Google Shape;47;p35"/>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8" name="Google Shape;48;p35"/>
          <p:cNvSpPr txBox="1">
            <a:spLocks noGrp="1"/>
          </p:cNvSpPr>
          <p:nvPr>
            <p:ph type="body" idx="2"/>
          </p:nvPr>
        </p:nvSpPr>
        <p:spPr>
          <a:xfrm>
            <a:off x="4629150" y="1825625"/>
            <a:ext cx="3886200" cy="209867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9" name="Google Shape;49;p35"/>
          <p:cNvSpPr txBox="1">
            <a:spLocks noGrp="1"/>
          </p:cNvSpPr>
          <p:nvPr>
            <p:ph type="body" idx="3"/>
          </p:nvPr>
        </p:nvSpPr>
        <p:spPr>
          <a:xfrm>
            <a:off x="4629150" y="4076700"/>
            <a:ext cx="3886200" cy="2100263"/>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35"/>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5"/>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1pPr>
            <a:lvl2pPr marL="0" marR="0" lvl="1"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2pPr>
            <a:lvl3pPr marL="0" marR="0" lvl="2"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3pPr>
            <a:lvl4pPr marL="0" marR="0" lvl="3"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4pPr>
            <a:lvl5pPr marL="0" marR="0" lvl="4"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5pPr>
            <a:lvl6pPr marL="0" marR="0" lvl="5"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6pPr>
            <a:lvl7pPr marL="0" marR="0" lvl="6"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7pPr>
            <a:lvl8pPr marL="0" marR="0" lvl="7"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8pPr>
            <a:lvl9pPr marL="0" marR="0" lvl="8"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3"/>
        <p:cNvGrpSpPr/>
        <p:nvPr/>
      </p:nvGrpSpPr>
      <p:grpSpPr>
        <a:xfrm>
          <a:off x="0" y="0"/>
          <a:ext cx="0" cy="0"/>
          <a:chOff x="0" y="0"/>
          <a:chExt cx="0" cy="0"/>
        </a:xfrm>
      </p:grpSpPr>
      <p:sp>
        <p:nvSpPr>
          <p:cNvPr id="54" name="Google Shape;54;p36"/>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5" name="Google Shape;55;p36"/>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56" name="Google Shape;56;p36"/>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6"/>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3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1pPr>
            <a:lvl2pPr marL="0" marR="0" lvl="1"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2pPr>
            <a:lvl3pPr marL="0" marR="0" lvl="2"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3pPr>
            <a:lvl4pPr marL="0" marR="0" lvl="3"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4pPr>
            <a:lvl5pPr marL="0" marR="0" lvl="4"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5pPr>
            <a:lvl6pPr marL="0" marR="0" lvl="5"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6pPr>
            <a:lvl7pPr marL="0" marR="0" lvl="6"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7pPr>
            <a:lvl8pPr marL="0" marR="0" lvl="7"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8pPr>
            <a:lvl9pPr marL="0" marR="0" lvl="8"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9"/>
        <p:cNvGrpSpPr/>
        <p:nvPr/>
      </p:nvGrpSpPr>
      <p:grpSpPr>
        <a:xfrm>
          <a:off x="0" y="0"/>
          <a:ext cx="0" cy="0"/>
          <a:chOff x="0" y="0"/>
          <a:chExt cx="0" cy="0"/>
        </a:xfrm>
      </p:grpSpPr>
      <p:sp>
        <p:nvSpPr>
          <p:cNvPr id="60" name="Google Shape;60;p37"/>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1" name="Google Shape;61;p37"/>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62" name="Google Shape;62;p37"/>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3" name="Google Shape;63;p37"/>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64" name="Google Shape;64;p37"/>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5" name="Google Shape;65;p37"/>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7"/>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1pPr>
            <a:lvl2pPr marL="0" marR="0" lvl="1"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2pPr>
            <a:lvl3pPr marL="0" marR="0" lvl="2"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3pPr>
            <a:lvl4pPr marL="0" marR="0" lvl="3"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4pPr>
            <a:lvl5pPr marL="0" marR="0" lvl="4"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5pPr>
            <a:lvl6pPr marL="0" marR="0" lvl="5"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6pPr>
            <a:lvl7pPr marL="0" marR="0" lvl="6"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7pPr>
            <a:lvl8pPr marL="0" marR="0" lvl="7"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8pPr>
            <a:lvl9pPr marL="0" marR="0" lvl="8"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8"/>
        <p:cNvGrpSpPr/>
        <p:nvPr/>
      </p:nvGrpSpPr>
      <p:grpSpPr>
        <a:xfrm>
          <a:off x="0" y="0"/>
          <a:ext cx="0" cy="0"/>
          <a:chOff x="0" y="0"/>
          <a:chExt cx="0" cy="0"/>
        </a:xfrm>
      </p:grpSpPr>
      <p:sp>
        <p:nvSpPr>
          <p:cNvPr id="69" name="Google Shape;69;p38"/>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0" name="Google Shape;70;p38"/>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8"/>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1pPr>
            <a:lvl2pPr marL="0" marR="0" lvl="1"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2pPr>
            <a:lvl3pPr marL="0" marR="0" lvl="2"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3pPr>
            <a:lvl4pPr marL="0" marR="0" lvl="3"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4pPr>
            <a:lvl5pPr marL="0" marR="0" lvl="4"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5pPr>
            <a:lvl6pPr marL="0" marR="0" lvl="5"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6pPr>
            <a:lvl7pPr marL="0" marR="0" lvl="6"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7pPr>
            <a:lvl8pPr marL="0" marR="0" lvl="7"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8pPr>
            <a:lvl9pPr marL="0" marR="0" lvl="8"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3"/>
        <p:cNvGrpSpPr/>
        <p:nvPr/>
      </p:nvGrpSpPr>
      <p:grpSpPr>
        <a:xfrm>
          <a:off x="0" y="0"/>
          <a:ext cx="0" cy="0"/>
          <a:chOff x="0" y="0"/>
          <a:chExt cx="0" cy="0"/>
        </a:xfrm>
      </p:grpSpPr>
      <p:sp>
        <p:nvSpPr>
          <p:cNvPr id="74" name="Google Shape;74;p3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5" name="Google Shape;75;p39"/>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76" name="Google Shape;76;p39"/>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7" name="Google Shape;77;p39"/>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9"/>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1pPr>
            <a:lvl2pPr marL="0" marR="0" lvl="1"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2pPr>
            <a:lvl3pPr marL="0" marR="0" lvl="2"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3pPr>
            <a:lvl4pPr marL="0" marR="0" lvl="3"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4pPr>
            <a:lvl5pPr marL="0" marR="0" lvl="4"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5pPr>
            <a:lvl6pPr marL="0" marR="0" lvl="5"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6pPr>
            <a:lvl7pPr marL="0" marR="0" lvl="6"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7pPr>
            <a:lvl8pPr marL="0" marR="0" lvl="7"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8pPr>
            <a:lvl9pPr marL="0" marR="0" lvl="8"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0"/>
        <p:cNvGrpSpPr/>
        <p:nvPr/>
      </p:nvGrpSpPr>
      <p:grpSpPr>
        <a:xfrm>
          <a:off x="0" y="0"/>
          <a:ext cx="0" cy="0"/>
          <a:chOff x="0" y="0"/>
          <a:chExt cx="0" cy="0"/>
        </a:xfrm>
      </p:grpSpPr>
      <p:sp>
        <p:nvSpPr>
          <p:cNvPr id="81" name="Google Shape;81;p40"/>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2" name="Google Shape;82;p40"/>
          <p:cNvSpPr>
            <a:spLocks noGrp="1"/>
          </p:cNvSpPr>
          <p:nvPr>
            <p:ph type="pic" idx="2"/>
          </p:nvPr>
        </p:nvSpPr>
        <p:spPr>
          <a:xfrm>
            <a:off x="3887391" y="987426"/>
            <a:ext cx="4629150" cy="4873625"/>
          </a:xfrm>
          <a:prstGeom prst="rect">
            <a:avLst/>
          </a:prstGeom>
          <a:noFill/>
          <a:ln>
            <a:noFill/>
          </a:ln>
        </p:spPr>
      </p:sp>
      <p:sp>
        <p:nvSpPr>
          <p:cNvPr id="83" name="Google Shape;83;p40"/>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84" name="Google Shape;84;p4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4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4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1pPr>
            <a:lvl2pPr marL="0" marR="0" lvl="1"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2pPr>
            <a:lvl3pPr marL="0" marR="0" lvl="2"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3pPr>
            <a:lvl4pPr marL="0" marR="0" lvl="3"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4pPr>
            <a:lvl5pPr marL="0" marR="0" lvl="4"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5pPr>
            <a:lvl6pPr marL="0" marR="0" lvl="5"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6pPr>
            <a:lvl7pPr marL="0" marR="0" lvl="6"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7pPr>
            <a:lvl8pPr marL="0" marR="0" lvl="7"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8pPr>
            <a:lvl9pPr marL="0" marR="0" lvl="8"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7"/>
        <p:cNvGrpSpPr/>
        <p:nvPr/>
      </p:nvGrpSpPr>
      <p:grpSpPr>
        <a:xfrm>
          <a:off x="0" y="0"/>
          <a:ext cx="0" cy="0"/>
          <a:chOff x="0" y="0"/>
          <a:chExt cx="0" cy="0"/>
        </a:xfrm>
      </p:grpSpPr>
      <p:sp>
        <p:nvSpPr>
          <p:cNvPr id="88" name="Google Shape;88;p4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9" name="Google Shape;89;p41"/>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0" name="Google Shape;90;p4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4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4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1pPr>
            <a:lvl2pPr marL="0" marR="0" lvl="1"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2pPr>
            <a:lvl3pPr marL="0" marR="0" lvl="2"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3pPr>
            <a:lvl4pPr marL="0" marR="0" lvl="3"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4pPr>
            <a:lvl5pPr marL="0" marR="0" lvl="4"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5pPr>
            <a:lvl6pPr marL="0" marR="0" lvl="5"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6pPr>
            <a:lvl7pPr marL="0" marR="0" lvl="6"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7pPr>
            <a:lvl8pPr marL="0" marR="0" lvl="7"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8pPr>
            <a:lvl9pPr marL="0" marR="0" lvl="8"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3"/>
        <p:cNvGrpSpPr/>
        <p:nvPr/>
      </p:nvGrpSpPr>
      <p:grpSpPr>
        <a:xfrm>
          <a:off x="0" y="0"/>
          <a:ext cx="0" cy="0"/>
          <a:chOff x="0" y="0"/>
          <a:chExt cx="0" cy="0"/>
        </a:xfrm>
      </p:grpSpPr>
      <p:sp>
        <p:nvSpPr>
          <p:cNvPr id="94" name="Google Shape;94;p42"/>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5" name="Google Shape;95;p42"/>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6" name="Google Shape;96;p42"/>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42"/>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9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4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1pPr>
            <a:lvl2pPr marL="0" marR="0" lvl="1"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2pPr>
            <a:lvl3pPr marL="0" marR="0" lvl="2"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3pPr>
            <a:lvl4pPr marL="0" marR="0" lvl="3"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4pPr>
            <a:lvl5pPr marL="0" marR="0" lvl="4"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5pPr>
            <a:lvl6pPr marL="0" marR="0" lvl="5"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6pPr>
            <a:lvl7pPr marL="0" marR="0" lvl="6"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7pPr>
            <a:lvl8pPr marL="0" marR="0" lvl="7"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8pPr>
            <a:lvl9pPr marL="0" marR="0" lvl="8" indent="0" algn="r">
              <a:spcBef>
                <a:spcPts val="0"/>
              </a:spcBef>
              <a:spcAft>
                <a:spcPts val="0"/>
              </a:spcAft>
              <a:buClr>
                <a:srgbClr val="898989"/>
              </a:buClr>
              <a:buSzPts val="900"/>
              <a:buFont typeface="Arial"/>
              <a:buNone/>
              <a:defRPr sz="900" b="1" u="sng">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3300" b="0" i="0" u="none" strike="noStrike" cap="none">
                <a:solidFill>
                  <a:schemeClr val="dk1"/>
                </a:solidFill>
                <a:latin typeface="Calibri"/>
                <a:ea typeface="Calibri"/>
                <a:cs typeface="Calibri"/>
                <a:sym typeface="Calibri"/>
              </a:defRPr>
            </a:lvl9pPr>
          </a:lstStyle>
          <a:p>
            <a:endParaRPr/>
          </a:p>
        </p:txBody>
      </p:sp>
      <p:sp>
        <p:nvSpPr>
          <p:cNvPr id="11" name="Google Shape;11;p29"/>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4pPr>
            <a:lvl5pPr marL="2286000" marR="0" lvl="4" indent="-311150" algn="l" rtl="0">
              <a:lnSpc>
                <a:spcPct val="90000"/>
              </a:lnSpc>
              <a:spcBef>
                <a:spcPts val="375"/>
              </a:spcBef>
              <a:spcAft>
                <a:spcPts val="0"/>
              </a:spcAft>
              <a:buClr>
                <a:schemeClr val="dk1"/>
              </a:buClr>
              <a:buSzPts val="1300"/>
              <a:buFont typeface="Arial"/>
              <a:buChar char="•"/>
              <a:defRPr sz="130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29"/>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888888"/>
              </a:buClr>
              <a:buSzPts val="900"/>
              <a:buFont typeface="Arial"/>
              <a:buNone/>
              <a:defRPr sz="900" b="1" i="0" u="sng"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2600" b="1" i="0" u="sng"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600" b="1" i="0" u="sng"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600" b="1" i="0" u="sng"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600" b="1" i="0" u="sng"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600" b="1" i="0" u="sng"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600" b="1" i="0" u="sng"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600" b="1" i="0" u="sng"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600" b="1" i="0" u="sng" strike="noStrike" cap="none">
                <a:solidFill>
                  <a:schemeClr val="lt1"/>
                </a:solidFill>
                <a:latin typeface="Arial"/>
                <a:ea typeface="Arial"/>
                <a:cs typeface="Arial"/>
                <a:sym typeface="Arial"/>
              </a:defRPr>
            </a:lvl9pPr>
          </a:lstStyle>
          <a:p>
            <a:endParaRPr/>
          </a:p>
        </p:txBody>
      </p:sp>
      <p:sp>
        <p:nvSpPr>
          <p:cNvPr id="13" name="Google Shape;13;p29"/>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888888"/>
              </a:buClr>
              <a:buSzPts val="900"/>
              <a:buFont typeface="Arial"/>
              <a:buNone/>
              <a:defRPr sz="900" b="1" i="0" u="sng"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2600" b="1" i="0" u="sng"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600" b="1" i="0" u="sng"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600" b="1" i="0" u="sng"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600" b="1" i="0" u="sng"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600" b="1" i="0" u="sng"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600" b="1" i="0" u="sng"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600" b="1" i="0" u="sng"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600" b="1" i="0" u="sng" strike="noStrike" cap="none">
                <a:solidFill>
                  <a:schemeClr val="lt1"/>
                </a:solidFill>
                <a:latin typeface="Arial"/>
                <a:ea typeface="Arial"/>
                <a:cs typeface="Arial"/>
                <a:sym typeface="Arial"/>
              </a:defRPr>
            </a:lvl9pPr>
          </a:lstStyle>
          <a:p>
            <a:endParaRPr/>
          </a:p>
        </p:txBody>
      </p:sp>
      <p:sp>
        <p:nvSpPr>
          <p:cNvPr id="14" name="Google Shape;14;p2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1pPr>
            <a:lvl2pPr marL="0" marR="0" lvl="1" indent="0" algn="r" rtl="0">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2pPr>
            <a:lvl3pPr marL="0" marR="0" lvl="2" indent="0" algn="r" rtl="0">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3pPr>
            <a:lvl4pPr marL="0" marR="0" lvl="3" indent="0" algn="r" rtl="0">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4pPr>
            <a:lvl5pPr marL="0" marR="0" lvl="4" indent="0" algn="r" rtl="0">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5pPr>
            <a:lvl6pPr marL="0" marR="0" lvl="5" indent="0" algn="r" rtl="0">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6pPr>
            <a:lvl7pPr marL="0" marR="0" lvl="6" indent="0" algn="r" rtl="0">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7pPr>
            <a:lvl8pPr marL="0" marR="0" lvl="7" indent="0" algn="r" rtl="0">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8pPr>
            <a:lvl9pPr marL="0" marR="0" lvl="8" indent="0" algn="r" rtl="0">
              <a:spcBef>
                <a:spcPts val="0"/>
              </a:spcBef>
              <a:spcAft>
                <a:spcPts val="0"/>
              </a:spcAft>
              <a:buClr>
                <a:srgbClr val="898989"/>
              </a:buClr>
              <a:buSzPts val="900"/>
              <a:buFont typeface="Arial"/>
              <a:buNone/>
              <a:defRPr sz="900" b="1" i="0" u="sng"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7.jpg"/></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8.jpg"/></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oleObject" Target="../embeddings/oleObject1.bin"/><Relationship Id="rId7"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oleObject" Target="../embeddings/oleObject2.bin"/><Relationship Id="rId5" Type="http://schemas.openxmlformats.org/officeDocument/2006/relationships/image" Target="../media/image13.png"/><Relationship Id="rId10" Type="http://schemas.openxmlformats.org/officeDocument/2006/relationships/image" Target="../media/image1.png"/><Relationship Id="rId4" Type="http://schemas.openxmlformats.org/officeDocument/2006/relationships/image" Target="../media/image14.png"/><Relationship Id="rId9"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oleObject" Target="../embeddings/oleObject4.bin"/><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
          <p:cNvSpPr txBox="1">
            <a:spLocks noGrp="1"/>
          </p:cNvSpPr>
          <p:nvPr>
            <p:ph type="ctrTitle"/>
          </p:nvPr>
        </p:nvSpPr>
        <p:spPr>
          <a:xfrm>
            <a:off x="990600" y="990600"/>
            <a:ext cx="7010400" cy="2316163"/>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None/>
            </a:pPr>
            <a:br>
              <a:rPr lang="en-US"/>
            </a:br>
            <a:r>
              <a:rPr lang="en-US" sz="4000" b="1"/>
              <a:t>Computer Graphics</a:t>
            </a:r>
            <a:br>
              <a:rPr lang="en-US" sz="4000" b="1"/>
            </a:br>
            <a:r>
              <a:rPr lang="en-US" sz="4000" b="1"/>
              <a:t>Mid Point Circle drawing Algorithm</a:t>
            </a:r>
            <a:br>
              <a:rPr lang="en-US" sz="4000" b="1"/>
            </a:br>
            <a:r>
              <a:rPr lang="en-US" sz="3300" b="1">
                <a:solidFill>
                  <a:srgbClr val="FD2918"/>
                </a:solidFill>
              </a:rPr>
              <a:t>Lecture-5</a:t>
            </a:r>
            <a:br>
              <a:rPr lang="en-US"/>
            </a:br>
            <a:endParaRPr/>
          </a:p>
        </p:txBody>
      </p:sp>
      <p:sp>
        <p:nvSpPr>
          <p:cNvPr id="104" name="Google Shape;104;p1"/>
          <p:cNvSpPr txBox="1">
            <a:spLocks noGrp="1"/>
          </p:cNvSpPr>
          <p:nvPr>
            <p:ph type="subTitle" idx="1"/>
          </p:nvPr>
        </p:nvSpPr>
        <p:spPr>
          <a:xfrm>
            <a:off x="990600" y="4606925"/>
            <a:ext cx="6858000" cy="165576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750"/>
              </a:spcBef>
              <a:spcAft>
                <a:spcPts val="0"/>
              </a:spcAft>
              <a:buClr>
                <a:schemeClr val="dk1"/>
              </a:buClr>
              <a:buSzPts val="1800"/>
              <a:buFont typeface="Noto Sans Symbols"/>
              <a:buNone/>
            </a:pPr>
            <a:endParaRPr dirty="0"/>
          </a:p>
          <a:p>
            <a:pPr marL="0" lvl="0" indent="0" algn="ctr" rtl="0">
              <a:lnSpc>
                <a:spcPct val="90000"/>
              </a:lnSpc>
              <a:spcBef>
                <a:spcPts val="750"/>
              </a:spcBef>
              <a:spcAft>
                <a:spcPts val="0"/>
              </a:spcAft>
              <a:buClr>
                <a:schemeClr val="dk1"/>
              </a:buClr>
              <a:buSzPts val="1800"/>
              <a:buFont typeface="Noto Sans Symbols"/>
              <a:buNone/>
            </a:pPr>
            <a:r>
              <a:rPr lang="en-US" dirty="0" err="1">
                <a:solidFill>
                  <a:srgbClr val="FF0000"/>
                </a:solidFill>
              </a:rPr>
              <a:t>Nazmun</a:t>
            </a:r>
            <a:r>
              <a:rPr lang="en-US" dirty="0">
                <a:solidFill>
                  <a:srgbClr val="FF0000"/>
                </a:solidFill>
              </a:rPr>
              <a:t> Nessa Moon</a:t>
            </a:r>
            <a:br>
              <a:rPr lang="en-US" dirty="0"/>
            </a:br>
            <a:r>
              <a:rPr lang="en-US" dirty="0"/>
              <a:t>Associate Professor</a:t>
            </a:r>
            <a:endParaRPr dirty="0"/>
          </a:p>
          <a:p>
            <a:pPr marL="0" lvl="0" indent="0" algn="ctr" rtl="0">
              <a:lnSpc>
                <a:spcPct val="90000"/>
              </a:lnSpc>
              <a:spcBef>
                <a:spcPts val="750"/>
              </a:spcBef>
              <a:spcAft>
                <a:spcPts val="0"/>
              </a:spcAft>
              <a:buClr>
                <a:schemeClr val="dk1"/>
              </a:buClr>
              <a:buSzPts val="1800"/>
              <a:buFont typeface="Noto Sans Symbols"/>
              <a:buNone/>
            </a:pPr>
            <a:r>
              <a:rPr lang="en-US" dirty="0"/>
              <a:t>Department of Computer Science and Engineering</a:t>
            </a:r>
            <a:br>
              <a:rPr lang="en-US" dirty="0"/>
            </a:br>
            <a:r>
              <a:rPr lang="en-US" dirty="0"/>
              <a:t>Daffodil International University, DIU</a:t>
            </a:r>
            <a:endParaRPr dirty="0"/>
          </a:p>
        </p:txBody>
      </p:sp>
      <p:sp>
        <p:nvSpPr>
          <p:cNvPr id="105" name="Google Shape;105;p1" descr="Diu Logo PNG Images - CleanPNG"/>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2600"/>
              <a:buFont typeface="Arial"/>
              <a:buNone/>
            </a:pPr>
            <a:endParaRPr sz="2600" b="1" i="0" u="sng" strike="noStrike" cap="none">
              <a:solidFill>
                <a:schemeClr val="dk1"/>
              </a:solidFill>
              <a:latin typeface="Arial"/>
              <a:ea typeface="Arial"/>
              <a:cs typeface="Arial"/>
              <a:sym typeface="Arial"/>
            </a:endParaRPr>
          </a:p>
        </p:txBody>
      </p:sp>
      <p:pic>
        <p:nvPicPr>
          <p:cNvPr id="106" name="Google Shape;106;p1"/>
          <p:cNvPicPr preferRelativeResize="0"/>
          <p:nvPr/>
        </p:nvPicPr>
        <p:blipFill rotWithShape="1">
          <a:blip r:embed="rId3">
            <a:alphaModFix/>
          </a:blip>
          <a:srcRect/>
          <a:stretch/>
        </p:blipFill>
        <p:spPr>
          <a:xfrm>
            <a:off x="3810000" y="609600"/>
            <a:ext cx="1371600" cy="685800"/>
          </a:xfrm>
          <a:prstGeom prst="rect">
            <a:avLst/>
          </a:prstGeom>
          <a:noFill/>
          <a:ln>
            <a:noFill/>
          </a:ln>
        </p:spPr>
      </p:pic>
      <p:pic>
        <p:nvPicPr>
          <p:cNvPr id="107" name="Google Shape;107;p1"/>
          <p:cNvPicPr preferRelativeResize="0"/>
          <p:nvPr/>
        </p:nvPicPr>
        <p:blipFill rotWithShape="1">
          <a:blip r:embed="rId4">
            <a:alphaModFix/>
          </a:blip>
          <a:srcRect/>
          <a:stretch/>
        </p:blipFill>
        <p:spPr>
          <a:xfrm>
            <a:off x="3321099" y="2677125"/>
            <a:ext cx="2573831" cy="2316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
          <p:cNvSpPr txBox="1">
            <a:spLocks noGrp="1"/>
          </p:cNvSpPr>
          <p:nvPr>
            <p:ph type="body" idx="1"/>
          </p:nvPr>
        </p:nvSpPr>
        <p:spPr>
          <a:xfrm>
            <a:off x="611188" y="1484313"/>
            <a:ext cx="8362950" cy="5078412"/>
          </a:xfrm>
          <a:prstGeom prst="rect">
            <a:avLst/>
          </a:prstGeom>
          <a:noFill/>
          <a:ln>
            <a:noFill/>
          </a:ln>
        </p:spPr>
        <p:txBody>
          <a:bodyPr spcFirstLastPara="1" wrap="square" lIns="91425" tIns="45700" rIns="91425" bIns="45700" anchor="t" anchorCtr="0">
            <a:normAutofit/>
          </a:bodyPr>
          <a:lstStyle/>
          <a:p>
            <a:pPr marL="571500" lvl="0" indent="-571500" algn="just" rtl="0">
              <a:lnSpc>
                <a:spcPct val="90000"/>
              </a:lnSpc>
              <a:spcBef>
                <a:spcPts val="0"/>
              </a:spcBef>
              <a:spcAft>
                <a:spcPts val="0"/>
              </a:spcAft>
              <a:buClr>
                <a:schemeClr val="dk1"/>
              </a:buClr>
              <a:buSzPts val="2400"/>
              <a:buChar char="•"/>
            </a:pPr>
            <a:r>
              <a:rPr lang="en-US" sz="2400" b="1">
                <a:latin typeface="Times New Roman"/>
                <a:ea typeface="Times New Roman"/>
                <a:cs typeface="Times New Roman"/>
                <a:sym typeface="Times New Roman"/>
              </a:rPr>
              <a:t>Output Primitives:</a:t>
            </a:r>
            <a:r>
              <a:rPr lang="en-US" sz="2400">
                <a:latin typeface="Times New Roman"/>
                <a:ea typeface="Times New Roman"/>
                <a:cs typeface="Times New Roman"/>
                <a:sym typeface="Times New Roman"/>
              </a:rPr>
              <a:t> Basic geometric structures (points, straight line segment, circles and other conic sections, quadric surfaces, spline curve and surfaces, polygon color areas, and character strings)</a:t>
            </a:r>
            <a:endParaRPr/>
          </a:p>
          <a:p>
            <a:pPr marL="571500" lvl="0" indent="-571500" algn="just" rtl="0">
              <a:lnSpc>
                <a:spcPct val="90000"/>
              </a:lnSpc>
              <a:spcBef>
                <a:spcPts val="750"/>
              </a:spcBef>
              <a:spcAft>
                <a:spcPts val="0"/>
              </a:spcAft>
              <a:buClr>
                <a:schemeClr val="dk1"/>
              </a:buClr>
              <a:buSzPts val="2400"/>
              <a:buChar char="•"/>
            </a:pPr>
            <a:r>
              <a:rPr lang="en-US" sz="2400">
                <a:latin typeface="Times New Roman"/>
                <a:ea typeface="Times New Roman"/>
                <a:cs typeface="Times New Roman"/>
                <a:sym typeface="Times New Roman"/>
              </a:rPr>
              <a:t>These picture components are often defined in a continuous space.</a:t>
            </a:r>
            <a:endParaRPr/>
          </a:p>
          <a:p>
            <a:pPr marL="571500" lvl="0" indent="-571500" algn="l" rtl="0">
              <a:lnSpc>
                <a:spcPct val="90000"/>
              </a:lnSpc>
              <a:spcBef>
                <a:spcPts val="750"/>
              </a:spcBef>
              <a:spcAft>
                <a:spcPts val="0"/>
              </a:spcAft>
              <a:buClr>
                <a:schemeClr val="dk1"/>
              </a:buClr>
              <a:buSzPts val="2400"/>
              <a:buChar char="•"/>
            </a:pPr>
            <a:r>
              <a:rPr lang="en-US" sz="2400">
                <a:latin typeface="Times New Roman"/>
                <a:ea typeface="Times New Roman"/>
                <a:cs typeface="Times New Roman"/>
                <a:sym typeface="Times New Roman"/>
              </a:rPr>
              <a:t>In order to draw the primitive objects, one has to first </a:t>
            </a:r>
            <a:r>
              <a:rPr lang="en-US" sz="2400" b="1">
                <a:latin typeface="Times New Roman"/>
                <a:ea typeface="Times New Roman"/>
                <a:cs typeface="Times New Roman"/>
                <a:sym typeface="Times New Roman"/>
              </a:rPr>
              <a:t>scan convert</a:t>
            </a:r>
            <a:r>
              <a:rPr lang="en-US" sz="2400">
                <a:latin typeface="Times New Roman"/>
                <a:ea typeface="Times New Roman"/>
                <a:cs typeface="Times New Roman"/>
                <a:sym typeface="Times New Roman"/>
              </a:rPr>
              <a:t> the object.</a:t>
            </a:r>
            <a:endParaRPr sz="2400" b="1">
              <a:latin typeface="Times New Roman"/>
              <a:ea typeface="Times New Roman"/>
              <a:cs typeface="Times New Roman"/>
              <a:sym typeface="Times New Roman"/>
            </a:endParaRPr>
          </a:p>
          <a:p>
            <a:pPr marL="571500" lvl="0" indent="-571500" algn="l" rtl="0">
              <a:lnSpc>
                <a:spcPct val="90000"/>
              </a:lnSpc>
              <a:spcBef>
                <a:spcPts val="750"/>
              </a:spcBef>
              <a:spcAft>
                <a:spcPts val="0"/>
              </a:spcAft>
              <a:buClr>
                <a:schemeClr val="dk1"/>
              </a:buClr>
              <a:buSzPts val="2400"/>
              <a:buChar char="•"/>
            </a:pPr>
            <a:r>
              <a:rPr lang="en-US" sz="2400" b="1">
                <a:latin typeface="Times New Roman"/>
                <a:ea typeface="Times New Roman"/>
                <a:cs typeface="Times New Roman"/>
                <a:sym typeface="Times New Roman"/>
              </a:rPr>
              <a:t>Scan convert:</a:t>
            </a:r>
            <a:r>
              <a:rPr lang="en-US" sz="2400">
                <a:latin typeface="Times New Roman"/>
                <a:ea typeface="Times New Roman"/>
                <a:cs typeface="Times New Roman"/>
                <a:sym typeface="Times New Roman"/>
              </a:rPr>
              <a:t> Refers to be operation of finding out the location of pixels to the intensified and then setting the values of corresponding bits, in the graphic memory, to the desired intensity code.</a:t>
            </a:r>
            <a:endParaRPr/>
          </a:p>
          <a:p>
            <a:pPr marL="0" lvl="0" indent="0" algn="just" rtl="0">
              <a:lnSpc>
                <a:spcPct val="90000"/>
              </a:lnSpc>
              <a:spcBef>
                <a:spcPts val="750"/>
              </a:spcBef>
              <a:spcAft>
                <a:spcPts val="0"/>
              </a:spcAft>
              <a:buClr>
                <a:schemeClr val="dk1"/>
              </a:buClr>
              <a:buSzPts val="2400"/>
              <a:buFont typeface="Arial"/>
              <a:buNone/>
            </a:pPr>
            <a:endParaRPr sz="2400">
              <a:latin typeface="Times New Roman"/>
              <a:ea typeface="Times New Roman"/>
              <a:cs typeface="Times New Roman"/>
              <a:sym typeface="Times New Roman"/>
            </a:endParaRPr>
          </a:p>
        </p:txBody>
      </p:sp>
      <p:sp>
        <p:nvSpPr>
          <p:cNvPr id="113" name="Google Shape;113;p2"/>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114" name="Google Shape;114;p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i="0" u="none" strike="noStrike" cap="none">
                <a:solidFill>
                  <a:srgbClr val="898989"/>
                </a:solidFill>
                <a:latin typeface="Arial"/>
                <a:ea typeface="Arial"/>
                <a:cs typeface="Arial"/>
                <a:sym typeface="Arial"/>
              </a:rPr>
              <a:t>2</a:t>
            </a:fld>
            <a:endParaRPr sz="900" b="1" i="0" u="none" strike="noStrike" cap="none">
              <a:solidFill>
                <a:srgbClr val="898989"/>
              </a:solidFill>
              <a:latin typeface="Arial"/>
              <a:ea typeface="Arial"/>
              <a:cs typeface="Arial"/>
              <a:sym typeface="Arial"/>
            </a:endParaRPr>
          </a:p>
        </p:txBody>
      </p:sp>
      <p:sp>
        <p:nvSpPr>
          <p:cNvPr id="115" name="Google Shape;115;p2"/>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484188" lvl="0" indent="0" algn="ctr"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a:p>
            <a:pPr marL="484188" lvl="0" indent="0" algn="l" rtl="0">
              <a:lnSpc>
                <a:spcPct val="90000"/>
              </a:lnSpc>
              <a:spcBef>
                <a:spcPts val="0"/>
              </a:spcBef>
              <a:spcAft>
                <a:spcPts val="0"/>
              </a:spcAft>
              <a:buClr>
                <a:schemeClr val="dk1"/>
              </a:buClr>
              <a:buFont typeface="Arial"/>
              <a:buNone/>
            </a:pPr>
            <a:r>
              <a:rPr lang="en-US" sz="3300" b="1">
                <a:solidFill>
                  <a:schemeClr val="dk1"/>
                </a:solidFill>
                <a:latin typeface="Times New Roman"/>
                <a:ea typeface="Times New Roman"/>
                <a:cs typeface="Times New Roman"/>
                <a:sym typeface="Times New Roman"/>
              </a:rPr>
              <a:t>Output Primitives</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400">
              <a:latin typeface="Calibri"/>
              <a:ea typeface="Calibri"/>
              <a:cs typeface="Calibri"/>
              <a:sym typeface="Calibri"/>
            </a:endParaRPr>
          </a:p>
        </p:txBody>
      </p:sp>
      <p:pic>
        <p:nvPicPr>
          <p:cNvPr id="116" name="Google Shape;116;p2"/>
          <p:cNvPicPr preferRelativeResize="0"/>
          <p:nvPr/>
        </p:nvPicPr>
        <p:blipFill rotWithShape="1">
          <a:blip r:embed="rId3">
            <a:alphaModFix/>
          </a:blip>
          <a:srcRect/>
          <a:stretch/>
        </p:blipFill>
        <p:spPr>
          <a:xfrm>
            <a:off x="8050200" y="151200"/>
            <a:ext cx="1371600" cy="685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3"/>
          <p:cNvSpPr txBox="1">
            <a:spLocks noGrp="1"/>
          </p:cNvSpPr>
          <p:nvPr>
            <p:ph type="body" idx="1"/>
          </p:nvPr>
        </p:nvSpPr>
        <p:spPr>
          <a:xfrm>
            <a:off x="457200" y="1309688"/>
            <a:ext cx="8362950" cy="5078412"/>
          </a:xfrm>
          <a:prstGeom prst="rect">
            <a:avLst/>
          </a:prstGeom>
          <a:noFill/>
          <a:ln>
            <a:noFill/>
          </a:ln>
        </p:spPr>
        <p:txBody>
          <a:bodyPr spcFirstLastPara="1" wrap="square" lIns="91425" tIns="45700" rIns="91425" bIns="45700" anchor="t" anchorCtr="0">
            <a:normAutofit/>
          </a:bodyPr>
          <a:lstStyle/>
          <a:p>
            <a:pPr marL="571500" lvl="0" indent="-57150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Each pixel on the display surface has a finite size depending on the screen resolution and hence a pixel </a:t>
            </a:r>
            <a:r>
              <a:rPr lang="en-US" sz="2400" i="1">
                <a:latin typeface="Times New Roman"/>
                <a:ea typeface="Times New Roman"/>
                <a:cs typeface="Times New Roman"/>
                <a:sym typeface="Times New Roman"/>
              </a:rPr>
              <a:t>cannot represent</a:t>
            </a:r>
            <a:r>
              <a:rPr lang="en-US" sz="2400">
                <a:latin typeface="Times New Roman"/>
                <a:ea typeface="Times New Roman"/>
                <a:cs typeface="Times New Roman"/>
                <a:sym typeface="Times New Roman"/>
              </a:rPr>
              <a:t> a single mathematical point.</a:t>
            </a:r>
            <a:endParaRPr/>
          </a:p>
          <a:p>
            <a:pPr marL="571500" lvl="0" indent="-419100" algn="l" rtl="0">
              <a:lnSpc>
                <a:spcPct val="90000"/>
              </a:lnSpc>
              <a:spcBef>
                <a:spcPts val="750"/>
              </a:spcBef>
              <a:spcAft>
                <a:spcPts val="0"/>
              </a:spcAft>
              <a:buClr>
                <a:schemeClr val="dk1"/>
              </a:buClr>
              <a:buSzPts val="2400"/>
              <a:buNone/>
            </a:pPr>
            <a:endParaRPr sz="2400">
              <a:latin typeface="Times New Roman"/>
              <a:ea typeface="Times New Roman"/>
              <a:cs typeface="Times New Roman"/>
              <a:sym typeface="Times New Roman"/>
            </a:endParaRPr>
          </a:p>
        </p:txBody>
      </p:sp>
      <p:sp>
        <p:nvSpPr>
          <p:cNvPr id="122" name="Google Shape;122;p3"/>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123" name="Google Shape;123;p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i="0" u="none" strike="noStrike" cap="none">
                <a:solidFill>
                  <a:srgbClr val="898989"/>
                </a:solidFill>
                <a:latin typeface="Arial"/>
                <a:ea typeface="Arial"/>
                <a:cs typeface="Arial"/>
                <a:sym typeface="Arial"/>
              </a:rPr>
              <a:t>3</a:t>
            </a:fld>
            <a:endParaRPr sz="900" b="1" i="0" u="none" strike="noStrike" cap="none">
              <a:solidFill>
                <a:srgbClr val="898989"/>
              </a:solidFill>
              <a:latin typeface="Arial"/>
              <a:ea typeface="Arial"/>
              <a:cs typeface="Arial"/>
              <a:sym typeface="Arial"/>
            </a:endParaRPr>
          </a:p>
        </p:txBody>
      </p:sp>
      <p:sp>
        <p:nvSpPr>
          <p:cNvPr id="124" name="Google Shape;124;p3"/>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484188" lvl="0" indent="0" algn="ctr"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a:p>
            <a:pPr marL="484188"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Output Primitives</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400">
              <a:latin typeface="Calibri"/>
              <a:ea typeface="Calibri"/>
              <a:cs typeface="Calibri"/>
              <a:sym typeface="Calibri"/>
            </a:endParaRPr>
          </a:p>
        </p:txBody>
      </p:sp>
      <p:pic>
        <p:nvPicPr>
          <p:cNvPr id="125" name="Google Shape;125;p3"/>
          <p:cNvPicPr preferRelativeResize="0"/>
          <p:nvPr/>
        </p:nvPicPr>
        <p:blipFill rotWithShape="1">
          <a:blip r:embed="rId3">
            <a:alphaModFix/>
          </a:blip>
          <a:srcRect/>
          <a:stretch/>
        </p:blipFill>
        <p:spPr>
          <a:xfrm>
            <a:off x="8050200" y="151200"/>
            <a:ext cx="1371600" cy="685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4"/>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p>
            <a:pPr marL="171450" lvl="0" indent="-171450" algn="l" rtl="0">
              <a:lnSpc>
                <a:spcPct val="90000"/>
              </a:lnSpc>
              <a:spcBef>
                <a:spcPts val="0"/>
              </a:spcBef>
              <a:spcAft>
                <a:spcPts val="0"/>
              </a:spcAft>
              <a:buClr>
                <a:srgbClr val="FF0000"/>
              </a:buClr>
              <a:buSzPts val="2400"/>
              <a:buFont typeface="Georgia"/>
              <a:buChar char="•"/>
            </a:pPr>
            <a:r>
              <a:rPr lang="en-US" sz="2400">
                <a:solidFill>
                  <a:srgbClr val="FF0000"/>
                </a:solidFill>
                <a:latin typeface="Georgia"/>
                <a:ea typeface="Georgia"/>
                <a:cs typeface="Georgia"/>
                <a:sym typeface="Georgia"/>
              </a:rPr>
              <a:t>Circles</a:t>
            </a:r>
            <a:r>
              <a:rPr lang="en-US" sz="2400">
                <a:solidFill>
                  <a:srgbClr val="FF0000"/>
                </a:solidFill>
                <a:latin typeface="Times New Roman"/>
                <a:ea typeface="Times New Roman"/>
                <a:cs typeface="Times New Roman"/>
                <a:sym typeface="Times New Roman"/>
              </a:rPr>
              <a:t> </a:t>
            </a:r>
            <a:r>
              <a:rPr lang="en-US" sz="2400">
                <a:solidFill>
                  <a:srgbClr val="FF0000"/>
                </a:solidFill>
                <a:latin typeface="Georgia"/>
                <a:ea typeface="Georgia"/>
                <a:cs typeface="Georgia"/>
                <a:sym typeface="Georgia"/>
              </a:rPr>
              <a:t>and</a:t>
            </a:r>
            <a:r>
              <a:rPr lang="en-US" sz="2400">
                <a:solidFill>
                  <a:srgbClr val="FF0000"/>
                </a:solidFill>
                <a:latin typeface="Times New Roman"/>
                <a:ea typeface="Times New Roman"/>
                <a:cs typeface="Times New Roman"/>
                <a:sym typeface="Times New Roman"/>
              </a:rPr>
              <a:t> </a:t>
            </a:r>
            <a:r>
              <a:rPr lang="en-US" sz="2400">
                <a:solidFill>
                  <a:srgbClr val="FF0000"/>
                </a:solidFill>
                <a:latin typeface="Georgia"/>
                <a:ea typeface="Georgia"/>
                <a:cs typeface="Georgia"/>
                <a:sym typeface="Georgia"/>
              </a:rPr>
              <a:t>ellipses</a:t>
            </a:r>
            <a:r>
              <a:rPr lang="en-US" sz="2400">
                <a:solidFill>
                  <a:srgbClr val="FF0000"/>
                </a:solidFill>
                <a:latin typeface="Times New Roman"/>
                <a:ea typeface="Times New Roman"/>
                <a:cs typeface="Times New Roman"/>
                <a:sym typeface="Times New Roman"/>
              </a:rPr>
              <a:t> </a:t>
            </a:r>
            <a:r>
              <a:rPr lang="en-US" sz="2400">
                <a:latin typeface="Georgia"/>
                <a:ea typeface="Georgia"/>
                <a:cs typeface="Georgia"/>
                <a:sym typeface="Georgia"/>
              </a:rPr>
              <a:t>are</a:t>
            </a:r>
            <a:r>
              <a:rPr lang="en-US" sz="2400">
                <a:latin typeface="Times New Roman"/>
                <a:ea typeface="Times New Roman"/>
                <a:cs typeface="Times New Roman"/>
                <a:sym typeface="Times New Roman"/>
              </a:rPr>
              <a:t> </a:t>
            </a:r>
            <a:r>
              <a:rPr lang="en-US" sz="2400">
                <a:latin typeface="Georgia"/>
                <a:ea typeface="Georgia"/>
                <a:cs typeface="Georgia"/>
                <a:sym typeface="Georgia"/>
              </a:rPr>
              <a:t>common</a:t>
            </a:r>
            <a:r>
              <a:rPr lang="en-US" sz="2400">
                <a:latin typeface="Times New Roman"/>
                <a:ea typeface="Times New Roman"/>
                <a:cs typeface="Times New Roman"/>
                <a:sym typeface="Times New Roman"/>
              </a:rPr>
              <a:t> </a:t>
            </a:r>
            <a:r>
              <a:rPr lang="en-US" sz="2400">
                <a:latin typeface="Georgia"/>
                <a:ea typeface="Georgia"/>
                <a:cs typeface="Georgia"/>
                <a:sym typeface="Georgia"/>
              </a:rPr>
              <a:t>components</a:t>
            </a:r>
            <a:r>
              <a:rPr lang="en-US" sz="2400">
                <a:latin typeface="Times New Roman"/>
                <a:ea typeface="Times New Roman"/>
                <a:cs typeface="Times New Roman"/>
                <a:sym typeface="Times New Roman"/>
              </a:rPr>
              <a:t> </a:t>
            </a:r>
            <a:r>
              <a:rPr lang="en-US" sz="2400">
                <a:latin typeface="Georgia"/>
                <a:ea typeface="Georgia"/>
                <a:cs typeface="Georgia"/>
                <a:sym typeface="Georgia"/>
              </a:rPr>
              <a:t>in many</a:t>
            </a:r>
            <a:r>
              <a:rPr lang="en-US" sz="2400">
                <a:latin typeface="Times New Roman"/>
                <a:ea typeface="Times New Roman"/>
                <a:cs typeface="Times New Roman"/>
                <a:sym typeface="Times New Roman"/>
              </a:rPr>
              <a:t> </a:t>
            </a:r>
            <a:r>
              <a:rPr lang="en-US" sz="2400">
                <a:latin typeface="Georgia"/>
                <a:ea typeface="Georgia"/>
                <a:cs typeface="Georgia"/>
                <a:sym typeface="Georgia"/>
              </a:rPr>
              <a:t>pictures.</a:t>
            </a:r>
            <a:endParaRPr/>
          </a:p>
          <a:p>
            <a:pPr marL="171450" lvl="0" indent="-171450" algn="l" rtl="0">
              <a:lnSpc>
                <a:spcPct val="90000"/>
              </a:lnSpc>
              <a:spcBef>
                <a:spcPts val="675"/>
              </a:spcBef>
              <a:spcAft>
                <a:spcPts val="0"/>
              </a:spcAft>
              <a:buClr>
                <a:srgbClr val="FF0000"/>
              </a:buClr>
              <a:buSzPts val="2400"/>
              <a:buFont typeface="Georgia"/>
              <a:buChar char="•"/>
            </a:pPr>
            <a:r>
              <a:rPr lang="en-US" sz="2400">
                <a:latin typeface="Georgia"/>
                <a:ea typeface="Georgia"/>
                <a:cs typeface="Georgia"/>
                <a:sym typeface="Georgia"/>
              </a:rPr>
              <a:t>Circle</a:t>
            </a:r>
            <a:r>
              <a:rPr lang="en-US" sz="2400">
                <a:latin typeface="Times New Roman"/>
                <a:ea typeface="Times New Roman"/>
                <a:cs typeface="Times New Roman"/>
                <a:sym typeface="Times New Roman"/>
              </a:rPr>
              <a:t> </a:t>
            </a:r>
            <a:r>
              <a:rPr lang="en-US" sz="2400">
                <a:latin typeface="Georgia"/>
                <a:ea typeface="Georgia"/>
                <a:cs typeface="Georgia"/>
                <a:sym typeface="Georgia"/>
              </a:rPr>
              <a:t>generation</a:t>
            </a:r>
            <a:r>
              <a:rPr lang="en-US" sz="2400">
                <a:latin typeface="Times New Roman"/>
                <a:ea typeface="Times New Roman"/>
                <a:cs typeface="Times New Roman"/>
                <a:sym typeface="Times New Roman"/>
              </a:rPr>
              <a:t> </a:t>
            </a:r>
            <a:r>
              <a:rPr lang="en-US" sz="2400">
                <a:latin typeface="Georgia"/>
                <a:ea typeface="Georgia"/>
                <a:cs typeface="Georgia"/>
                <a:sym typeface="Georgia"/>
              </a:rPr>
              <a:t>routines</a:t>
            </a:r>
            <a:r>
              <a:rPr lang="en-US" sz="2400">
                <a:latin typeface="Times New Roman"/>
                <a:ea typeface="Times New Roman"/>
                <a:cs typeface="Times New Roman"/>
                <a:sym typeface="Times New Roman"/>
              </a:rPr>
              <a:t> </a:t>
            </a:r>
            <a:r>
              <a:rPr lang="en-US" sz="2400">
                <a:latin typeface="Georgia"/>
                <a:ea typeface="Georgia"/>
                <a:cs typeface="Georgia"/>
                <a:sym typeface="Georgia"/>
              </a:rPr>
              <a:t>are</a:t>
            </a:r>
            <a:r>
              <a:rPr lang="en-US" sz="2400">
                <a:latin typeface="Times New Roman"/>
                <a:ea typeface="Times New Roman"/>
                <a:cs typeface="Times New Roman"/>
                <a:sym typeface="Times New Roman"/>
              </a:rPr>
              <a:t> </a:t>
            </a:r>
            <a:r>
              <a:rPr lang="en-US" sz="2400">
                <a:latin typeface="Georgia"/>
                <a:ea typeface="Georgia"/>
                <a:cs typeface="Georgia"/>
                <a:sym typeface="Georgia"/>
              </a:rPr>
              <a:t>often</a:t>
            </a:r>
            <a:r>
              <a:rPr lang="en-US" sz="2400">
                <a:latin typeface="Times New Roman"/>
                <a:ea typeface="Times New Roman"/>
                <a:cs typeface="Times New Roman"/>
                <a:sym typeface="Times New Roman"/>
              </a:rPr>
              <a:t> </a:t>
            </a:r>
            <a:r>
              <a:rPr lang="en-US" sz="2400">
                <a:latin typeface="Georgia"/>
                <a:ea typeface="Georgia"/>
                <a:cs typeface="Georgia"/>
                <a:sym typeface="Georgia"/>
              </a:rPr>
              <a:t>included</a:t>
            </a:r>
            <a:r>
              <a:rPr lang="en-US" sz="2400">
                <a:latin typeface="Times New Roman"/>
                <a:ea typeface="Times New Roman"/>
                <a:cs typeface="Times New Roman"/>
                <a:sym typeface="Times New Roman"/>
              </a:rPr>
              <a:t> </a:t>
            </a:r>
            <a:r>
              <a:rPr lang="en-US" sz="2400">
                <a:latin typeface="Georgia"/>
                <a:ea typeface="Georgia"/>
                <a:cs typeface="Georgia"/>
                <a:sym typeface="Georgia"/>
              </a:rPr>
              <a:t>in</a:t>
            </a:r>
            <a:r>
              <a:rPr lang="en-US" sz="2400">
                <a:latin typeface="Times New Roman"/>
                <a:ea typeface="Times New Roman"/>
                <a:cs typeface="Times New Roman"/>
                <a:sym typeface="Times New Roman"/>
              </a:rPr>
              <a:t> </a:t>
            </a:r>
            <a:r>
              <a:rPr lang="en-US" sz="2400">
                <a:latin typeface="Georgia"/>
                <a:ea typeface="Georgia"/>
                <a:cs typeface="Georgia"/>
                <a:sym typeface="Georgia"/>
              </a:rPr>
              <a:t>packages.</a:t>
            </a:r>
            <a:endParaRPr/>
          </a:p>
          <a:p>
            <a:pPr marL="171450" lvl="0" indent="-38100" algn="l" rtl="0">
              <a:lnSpc>
                <a:spcPct val="90000"/>
              </a:lnSpc>
              <a:spcBef>
                <a:spcPts val="750"/>
              </a:spcBef>
              <a:spcAft>
                <a:spcPts val="0"/>
              </a:spcAft>
              <a:buClr>
                <a:schemeClr val="dk1"/>
              </a:buClr>
              <a:buSzPts val="2100"/>
              <a:buNone/>
            </a:pPr>
            <a:endParaRPr/>
          </a:p>
        </p:txBody>
      </p:sp>
      <p:sp>
        <p:nvSpPr>
          <p:cNvPr id="131" name="Google Shape;131;p4"/>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132" name="Google Shape;132;p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i="0" u="sng" strike="noStrike" cap="none">
                <a:solidFill>
                  <a:srgbClr val="898989"/>
                </a:solidFill>
                <a:latin typeface="Arial"/>
                <a:ea typeface="Arial"/>
                <a:cs typeface="Arial"/>
                <a:sym typeface="Arial"/>
              </a:rPr>
              <a:t>4</a:t>
            </a:fld>
            <a:endParaRPr sz="900" b="1" i="0" u="sng" strike="noStrike" cap="none">
              <a:solidFill>
                <a:srgbClr val="898989"/>
              </a:solidFill>
              <a:latin typeface="Arial"/>
              <a:ea typeface="Arial"/>
              <a:cs typeface="Arial"/>
              <a:sym typeface="Arial"/>
            </a:endParaRPr>
          </a:p>
        </p:txBody>
      </p:sp>
      <p:sp>
        <p:nvSpPr>
          <p:cNvPr id="133" name="Google Shape;133;p4"/>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Clr>
                <a:schemeClr val="dk1"/>
              </a:buClr>
              <a:buFont typeface="Arial"/>
              <a:buNone/>
            </a:pPr>
            <a:r>
              <a:rPr lang="en-US" sz="3300" b="1">
                <a:solidFill>
                  <a:schemeClr val="dk1"/>
                </a:solidFill>
                <a:latin typeface="Times New Roman"/>
                <a:ea typeface="Times New Roman"/>
                <a:cs typeface="Times New Roman"/>
                <a:sym typeface="Times New Roman"/>
              </a:rPr>
              <a:t>Circle Drawing Algorithm</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134" name="Google Shape;134;p4"/>
          <p:cNvPicPr preferRelativeResize="0"/>
          <p:nvPr/>
        </p:nvPicPr>
        <p:blipFill rotWithShape="1">
          <a:blip r:embed="rId3">
            <a:alphaModFix/>
          </a:blip>
          <a:srcRect/>
          <a:stretch/>
        </p:blipFill>
        <p:spPr>
          <a:xfrm>
            <a:off x="8050200" y="151200"/>
            <a:ext cx="1371600" cy="685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5"/>
          <p:cNvSpPr txBox="1"/>
          <p:nvPr/>
        </p:nvSpPr>
        <p:spPr>
          <a:xfrm>
            <a:off x="854075" y="1506538"/>
            <a:ext cx="3656013" cy="1106487"/>
          </a:xfrm>
          <a:prstGeom prst="rect">
            <a:avLst/>
          </a:prstGeom>
          <a:noFill/>
          <a:ln>
            <a:noFill/>
          </a:ln>
        </p:spPr>
        <p:txBody>
          <a:bodyPr spcFirstLastPara="1" wrap="square" lIns="0" tIns="0" rIns="0" bIns="0" anchor="t" anchorCtr="0">
            <a:spAutoFit/>
          </a:bodyPr>
          <a:lstStyle/>
          <a:p>
            <a:pPr marL="355600" marR="0" lvl="0" indent="-342900" algn="l" rtl="0">
              <a:spcBef>
                <a:spcPts val="0"/>
              </a:spcBef>
              <a:spcAft>
                <a:spcPts val="0"/>
              </a:spcAft>
              <a:buClr>
                <a:schemeClr val="dk1"/>
              </a:buClr>
              <a:buSzPts val="2400"/>
              <a:buFont typeface="Georgia"/>
              <a:buChar char="•"/>
            </a:pPr>
            <a:r>
              <a:rPr lang="en-US" sz="2400" b="1" i="0" u="sng" strike="noStrike" cap="none">
                <a:solidFill>
                  <a:schemeClr val="dk1"/>
                </a:solidFill>
                <a:latin typeface="Georgia"/>
                <a:ea typeface="Georgia"/>
                <a:cs typeface="Georgia"/>
                <a:sym typeface="Georgia"/>
              </a:rPr>
              <a:t>Polar</a:t>
            </a:r>
            <a:r>
              <a:rPr lang="en-US" sz="2400" b="1" i="0" u="sng" strike="noStrike" cap="none">
                <a:solidFill>
                  <a:schemeClr val="dk1"/>
                </a:solidFill>
                <a:latin typeface="Times New Roman"/>
                <a:ea typeface="Times New Roman"/>
                <a:cs typeface="Times New Roman"/>
                <a:sym typeface="Times New Roman"/>
              </a:rPr>
              <a:t> </a:t>
            </a:r>
            <a:r>
              <a:rPr lang="en-US" sz="2400" b="1" i="0" u="sng" strike="noStrike" cap="none">
                <a:solidFill>
                  <a:schemeClr val="dk1"/>
                </a:solidFill>
                <a:latin typeface="Georgia"/>
                <a:ea typeface="Georgia"/>
                <a:cs typeface="Georgia"/>
                <a:sym typeface="Georgia"/>
              </a:rPr>
              <a:t>form</a:t>
            </a:r>
            <a:endParaRPr/>
          </a:p>
          <a:p>
            <a:pPr marL="355600" marR="0" lvl="0" indent="-342900" algn="l" rtl="0">
              <a:lnSpc>
                <a:spcPct val="114000"/>
              </a:lnSpc>
              <a:spcBef>
                <a:spcPts val="25"/>
              </a:spcBef>
              <a:spcAft>
                <a:spcPts val="0"/>
              </a:spcAft>
              <a:buNone/>
            </a:pPr>
            <a:r>
              <a:rPr lang="en-US" sz="2000" b="1" i="1" u="none" strike="noStrike" cap="none">
                <a:solidFill>
                  <a:srgbClr val="3816FF"/>
                </a:solidFill>
                <a:latin typeface="Georgia"/>
                <a:ea typeface="Georgia"/>
                <a:cs typeface="Georgia"/>
                <a:sym typeface="Georgia"/>
              </a:rPr>
              <a:t>x</a:t>
            </a:r>
            <a:r>
              <a:rPr lang="en-US" sz="2000" b="1" i="1" u="none" strike="noStrike" cap="none">
                <a:solidFill>
                  <a:srgbClr val="3816FF"/>
                </a:solidFill>
                <a:latin typeface="Times New Roman"/>
                <a:ea typeface="Times New Roman"/>
                <a:cs typeface="Times New Roman"/>
                <a:sym typeface="Times New Roman"/>
              </a:rPr>
              <a:t> </a:t>
            </a:r>
            <a:r>
              <a:rPr lang="en-US" sz="2000" b="1" i="0" u="none" strike="noStrike" cap="none">
                <a:solidFill>
                  <a:srgbClr val="3816FF"/>
                </a:solidFill>
                <a:latin typeface="Georgia"/>
                <a:ea typeface="Georgia"/>
                <a:cs typeface="Georgia"/>
                <a:sym typeface="Georgia"/>
              </a:rPr>
              <a:t>=</a:t>
            </a:r>
            <a:r>
              <a:rPr lang="en-US" sz="2000" b="1" i="0" u="none" strike="noStrike" cap="none">
                <a:solidFill>
                  <a:srgbClr val="3816FF"/>
                </a:solidFill>
                <a:latin typeface="Times New Roman"/>
                <a:ea typeface="Times New Roman"/>
                <a:cs typeface="Times New Roman"/>
                <a:sym typeface="Times New Roman"/>
              </a:rPr>
              <a:t> </a:t>
            </a:r>
            <a:r>
              <a:rPr lang="en-US" sz="2000" b="1" i="1" u="none" strike="noStrike" cap="none">
                <a:solidFill>
                  <a:srgbClr val="3816FF"/>
                </a:solidFill>
                <a:latin typeface="Georgia"/>
                <a:ea typeface="Georgia"/>
                <a:cs typeface="Georgia"/>
                <a:sym typeface="Georgia"/>
              </a:rPr>
              <a:t>r</a:t>
            </a:r>
            <a:r>
              <a:rPr lang="en-US" sz="2000" b="1" i="0" u="none" strike="noStrike" cap="none">
                <a:solidFill>
                  <a:srgbClr val="3816FF"/>
                </a:solidFill>
                <a:latin typeface="Georgia"/>
                <a:ea typeface="Georgia"/>
                <a:cs typeface="Georgia"/>
                <a:sym typeface="Georgia"/>
              </a:rPr>
              <a:t>Cos</a:t>
            </a:r>
            <a:r>
              <a:rPr lang="en-US" sz="2100" b="1" i="1" u="none" strike="noStrike" cap="none">
                <a:solidFill>
                  <a:srgbClr val="3816FF"/>
                </a:solidFill>
                <a:latin typeface="Noto Sans Symbols"/>
                <a:ea typeface="Noto Sans Symbols"/>
                <a:cs typeface="Noto Sans Symbols"/>
                <a:sym typeface="Noto Sans Symbols"/>
              </a:rPr>
              <a:t>θ</a:t>
            </a:r>
            <a:r>
              <a:rPr lang="en-US" sz="2100" b="1" i="1" u="none" strike="noStrike" cap="none">
                <a:solidFill>
                  <a:srgbClr val="3816FF"/>
                </a:solidFill>
                <a:latin typeface="Times New Roman"/>
                <a:ea typeface="Times New Roman"/>
                <a:cs typeface="Times New Roman"/>
                <a:sym typeface="Times New Roman"/>
              </a:rPr>
              <a:t>  </a:t>
            </a:r>
            <a:endParaRPr/>
          </a:p>
          <a:p>
            <a:pPr marL="355600" marR="0" lvl="0" indent="-342900" algn="l" rtl="0">
              <a:lnSpc>
                <a:spcPct val="114000"/>
              </a:lnSpc>
              <a:spcBef>
                <a:spcPts val="25"/>
              </a:spcBef>
              <a:spcAft>
                <a:spcPts val="0"/>
              </a:spcAft>
              <a:buNone/>
            </a:pPr>
            <a:r>
              <a:rPr lang="en-US" sz="2000" b="1" i="1" u="none" strike="noStrike" cap="none">
                <a:solidFill>
                  <a:srgbClr val="3816FF"/>
                </a:solidFill>
                <a:latin typeface="Georgia"/>
                <a:ea typeface="Georgia"/>
                <a:cs typeface="Georgia"/>
                <a:sym typeface="Georgia"/>
              </a:rPr>
              <a:t>y</a:t>
            </a:r>
            <a:r>
              <a:rPr lang="en-US" sz="2000" b="1" i="1" u="none" strike="noStrike" cap="none">
                <a:solidFill>
                  <a:srgbClr val="3816FF"/>
                </a:solidFill>
                <a:latin typeface="Times New Roman"/>
                <a:ea typeface="Times New Roman"/>
                <a:cs typeface="Times New Roman"/>
                <a:sym typeface="Times New Roman"/>
              </a:rPr>
              <a:t> </a:t>
            </a:r>
            <a:r>
              <a:rPr lang="en-US" sz="2000" b="1" i="0" u="none" strike="noStrike" cap="none">
                <a:solidFill>
                  <a:srgbClr val="3816FF"/>
                </a:solidFill>
                <a:latin typeface="Georgia"/>
                <a:ea typeface="Georgia"/>
                <a:cs typeface="Georgia"/>
                <a:sym typeface="Georgia"/>
              </a:rPr>
              <a:t>=</a:t>
            </a:r>
            <a:r>
              <a:rPr lang="en-US" sz="2000" b="1" i="0" u="none" strike="noStrike" cap="none">
                <a:solidFill>
                  <a:srgbClr val="3816FF"/>
                </a:solidFill>
                <a:latin typeface="Times New Roman"/>
                <a:ea typeface="Times New Roman"/>
                <a:cs typeface="Times New Roman"/>
                <a:sym typeface="Times New Roman"/>
              </a:rPr>
              <a:t> </a:t>
            </a:r>
            <a:r>
              <a:rPr lang="en-US" sz="2000" b="1" i="1" u="none" strike="noStrike" cap="none">
                <a:solidFill>
                  <a:srgbClr val="3816FF"/>
                </a:solidFill>
                <a:latin typeface="Georgia"/>
                <a:ea typeface="Georgia"/>
                <a:cs typeface="Georgia"/>
                <a:sym typeface="Georgia"/>
              </a:rPr>
              <a:t>r</a:t>
            </a:r>
            <a:r>
              <a:rPr lang="en-US" sz="2000" b="1" i="0" u="none" strike="noStrike" cap="none">
                <a:solidFill>
                  <a:srgbClr val="3816FF"/>
                </a:solidFill>
                <a:latin typeface="Georgia"/>
                <a:ea typeface="Georgia"/>
                <a:cs typeface="Georgia"/>
                <a:sym typeface="Georgia"/>
              </a:rPr>
              <a:t>Sin</a:t>
            </a:r>
            <a:r>
              <a:rPr lang="en-US" sz="2100" b="1" i="1" u="none" strike="noStrike" cap="none">
                <a:solidFill>
                  <a:srgbClr val="3816FF"/>
                </a:solidFill>
                <a:latin typeface="Noto Sans Symbols"/>
                <a:ea typeface="Noto Sans Symbols"/>
                <a:cs typeface="Noto Sans Symbols"/>
                <a:sym typeface="Noto Sans Symbols"/>
              </a:rPr>
              <a:t>θ</a:t>
            </a:r>
            <a:endParaRPr sz="2100" b="1" i="0" u="none" strike="noStrike" cap="none">
              <a:solidFill>
                <a:schemeClr val="dk1"/>
              </a:solidFill>
              <a:latin typeface="Noto Sans Symbols"/>
              <a:ea typeface="Noto Sans Symbols"/>
              <a:cs typeface="Noto Sans Symbols"/>
              <a:sym typeface="Noto Sans Symbols"/>
            </a:endParaRPr>
          </a:p>
        </p:txBody>
      </p:sp>
      <p:sp>
        <p:nvSpPr>
          <p:cNvPr id="140" name="Google Shape;140;p5"/>
          <p:cNvSpPr txBox="1"/>
          <p:nvPr/>
        </p:nvSpPr>
        <p:spPr>
          <a:xfrm>
            <a:off x="4270375" y="1935163"/>
            <a:ext cx="2279650" cy="279400"/>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000" b="1" i="0" u="sng" strike="noStrike" cap="none">
                <a:solidFill>
                  <a:schemeClr val="lt1"/>
                </a:solidFill>
                <a:latin typeface="Georgia"/>
                <a:ea typeface="Georgia"/>
                <a:cs typeface="Georgia"/>
                <a:sym typeface="Georgia"/>
              </a:rPr>
              <a:t>(</a:t>
            </a:r>
            <a:r>
              <a:rPr lang="en-US" sz="2000" b="1" i="1" u="sng" strike="noStrike" cap="none">
                <a:solidFill>
                  <a:schemeClr val="lt1"/>
                </a:solidFill>
                <a:latin typeface="Georgia"/>
                <a:ea typeface="Georgia"/>
                <a:cs typeface="Georgia"/>
                <a:sym typeface="Georgia"/>
              </a:rPr>
              <a:t>r</a:t>
            </a:r>
            <a:r>
              <a:rPr lang="en-US" sz="2000" b="1" i="1" u="sng" strike="noStrike" cap="none">
                <a:solidFill>
                  <a:schemeClr val="lt1"/>
                </a:solidFill>
                <a:latin typeface="Times New Roman"/>
                <a:ea typeface="Times New Roman"/>
                <a:cs typeface="Times New Roman"/>
                <a:sym typeface="Times New Roman"/>
              </a:rPr>
              <a:t> </a:t>
            </a:r>
            <a:r>
              <a:rPr lang="en-US" sz="2000" b="1" i="0" u="sng" strike="noStrike" cap="none">
                <a:solidFill>
                  <a:schemeClr val="lt1"/>
                </a:solidFill>
                <a:latin typeface="Georgia"/>
                <a:ea typeface="Georgia"/>
                <a:cs typeface="Georgia"/>
                <a:sym typeface="Georgia"/>
              </a:rPr>
              <a:t>=</a:t>
            </a:r>
            <a:r>
              <a:rPr lang="en-US" sz="2000" b="1" i="0" u="sng" strike="noStrike" cap="none">
                <a:solidFill>
                  <a:schemeClr val="lt1"/>
                </a:solidFill>
                <a:latin typeface="Times New Roman"/>
                <a:ea typeface="Times New Roman"/>
                <a:cs typeface="Times New Roman"/>
                <a:sym typeface="Times New Roman"/>
              </a:rPr>
              <a:t> </a:t>
            </a:r>
            <a:r>
              <a:rPr lang="en-US" sz="2000" b="1" i="0" u="sng" strike="noStrike" cap="none">
                <a:solidFill>
                  <a:schemeClr val="lt1"/>
                </a:solidFill>
                <a:latin typeface="Georgia"/>
                <a:ea typeface="Georgia"/>
                <a:cs typeface="Georgia"/>
                <a:sym typeface="Georgia"/>
              </a:rPr>
              <a:t>radius</a:t>
            </a:r>
            <a:r>
              <a:rPr lang="en-US" sz="2000" b="1" i="0" u="sng" strike="noStrike" cap="none">
                <a:solidFill>
                  <a:schemeClr val="lt1"/>
                </a:solidFill>
                <a:latin typeface="Times New Roman"/>
                <a:ea typeface="Times New Roman"/>
                <a:cs typeface="Times New Roman"/>
                <a:sym typeface="Times New Roman"/>
              </a:rPr>
              <a:t> </a:t>
            </a:r>
            <a:r>
              <a:rPr lang="en-US" sz="2000" b="1" i="0" u="sng" strike="noStrike" cap="none">
                <a:solidFill>
                  <a:schemeClr val="lt1"/>
                </a:solidFill>
                <a:latin typeface="Georgia"/>
                <a:ea typeface="Georgia"/>
                <a:cs typeface="Georgia"/>
                <a:sym typeface="Georgia"/>
              </a:rPr>
              <a:t>of</a:t>
            </a:r>
            <a:r>
              <a:rPr lang="en-US" sz="2000" b="1" i="0" u="sng" strike="noStrike" cap="none">
                <a:solidFill>
                  <a:schemeClr val="lt1"/>
                </a:solidFill>
                <a:latin typeface="Times New Roman"/>
                <a:ea typeface="Times New Roman"/>
                <a:cs typeface="Times New Roman"/>
                <a:sym typeface="Times New Roman"/>
              </a:rPr>
              <a:t> </a:t>
            </a:r>
            <a:r>
              <a:rPr lang="en-US" sz="2000" b="1" i="0" u="sng" strike="noStrike" cap="none">
                <a:solidFill>
                  <a:schemeClr val="lt1"/>
                </a:solidFill>
                <a:latin typeface="Georgia"/>
                <a:ea typeface="Georgia"/>
                <a:cs typeface="Georgia"/>
                <a:sym typeface="Georgia"/>
              </a:rPr>
              <a:t>circle)</a:t>
            </a:r>
            <a:endParaRPr/>
          </a:p>
        </p:txBody>
      </p:sp>
      <p:sp>
        <p:nvSpPr>
          <p:cNvPr id="141" name="Google Shape;141;p5"/>
          <p:cNvSpPr/>
          <p:nvPr/>
        </p:nvSpPr>
        <p:spPr>
          <a:xfrm>
            <a:off x="2397125" y="3508375"/>
            <a:ext cx="2232025" cy="2087563"/>
          </a:xfrm>
          <a:custGeom>
            <a:avLst/>
            <a:gdLst/>
            <a:ahLst/>
            <a:cxnLst/>
            <a:rect l="l" t="t" r="r" b="b"/>
            <a:pathLst>
              <a:path w="2232025" h="2087879" extrusionOk="0">
                <a:moveTo>
                  <a:pt x="1116095" y="0"/>
                </a:moveTo>
                <a:lnTo>
                  <a:pt x="1024548" y="3460"/>
                </a:lnTo>
                <a:lnTo>
                  <a:pt x="935041" y="13662"/>
                </a:lnTo>
                <a:lnTo>
                  <a:pt x="847861" y="30337"/>
                </a:lnTo>
                <a:lnTo>
                  <a:pt x="763295" y="53217"/>
                </a:lnTo>
                <a:lnTo>
                  <a:pt x="681630" y="82032"/>
                </a:lnTo>
                <a:lnTo>
                  <a:pt x="603154" y="116515"/>
                </a:lnTo>
                <a:lnTo>
                  <a:pt x="528152" y="156395"/>
                </a:lnTo>
                <a:lnTo>
                  <a:pt x="456913" y="201405"/>
                </a:lnTo>
                <a:lnTo>
                  <a:pt x="389723" y="251276"/>
                </a:lnTo>
                <a:lnTo>
                  <a:pt x="326870" y="305739"/>
                </a:lnTo>
                <a:lnTo>
                  <a:pt x="268640" y="364525"/>
                </a:lnTo>
                <a:lnTo>
                  <a:pt x="215321" y="427366"/>
                </a:lnTo>
                <a:lnTo>
                  <a:pt x="167199" y="493993"/>
                </a:lnTo>
                <a:lnTo>
                  <a:pt x="124563" y="564137"/>
                </a:lnTo>
                <a:lnTo>
                  <a:pt x="87698" y="637530"/>
                </a:lnTo>
                <a:lnTo>
                  <a:pt x="56892" y="713903"/>
                </a:lnTo>
                <a:lnTo>
                  <a:pt x="32432" y="792986"/>
                </a:lnTo>
                <a:lnTo>
                  <a:pt x="14605" y="874513"/>
                </a:lnTo>
                <a:lnTo>
                  <a:pt x="3699" y="958213"/>
                </a:lnTo>
                <a:lnTo>
                  <a:pt x="0" y="1043818"/>
                </a:lnTo>
                <a:lnTo>
                  <a:pt x="3699" y="1129422"/>
                </a:lnTo>
                <a:lnTo>
                  <a:pt x="14605" y="1213121"/>
                </a:lnTo>
                <a:lnTo>
                  <a:pt x="32432" y="1294645"/>
                </a:lnTo>
                <a:lnTo>
                  <a:pt x="56892" y="1373725"/>
                </a:lnTo>
                <a:lnTo>
                  <a:pt x="87698" y="1450094"/>
                </a:lnTo>
                <a:lnTo>
                  <a:pt x="124563" y="1523483"/>
                </a:lnTo>
                <a:lnTo>
                  <a:pt x="167199" y="1593622"/>
                </a:lnTo>
                <a:lnTo>
                  <a:pt x="215321" y="1660245"/>
                </a:lnTo>
                <a:lnTo>
                  <a:pt x="268640" y="1723080"/>
                </a:lnTo>
                <a:lnTo>
                  <a:pt x="326870" y="1781861"/>
                </a:lnTo>
                <a:lnTo>
                  <a:pt x="389723" y="1836319"/>
                </a:lnTo>
                <a:lnTo>
                  <a:pt x="456913" y="1886185"/>
                </a:lnTo>
                <a:lnTo>
                  <a:pt x="528152" y="1931190"/>
                </a:lnTo>
                <a:lnTo>
                  <a:pt x="603154" y="1971066"/>
                </a:lnTo>
                <a:lnTo>
                  <a:pt x="681630" y="2005544"/>
                </a:lnTo>
                <a:lnTo>
                  <a:pt x="763295" y="2034355"/>
                </a:lnTo>
                <a:lnTo>
                  <a:pt x="847861" y="2057232"/>
                </a:lnTo>
                <a:lnTo>
                  <a:pt x="935041" y="2073905"/>
                </a:lnTo>
                <a:lnTo>
                  <a:pt x="1024548" y="2084106"/>
                </a:lnTo>
                <a:lnTo>
                  <a:pt x="1116095" y="2087566"/>
                </a:lnTo>
                <a:lnTo>
                  <a:pt x="1207618" y="2084106"/>
                </a:lnTo>
                <a:lnTo>
                  <a:pt x="1297103" y="2073905"/>
                </a:lnTo>
                <a:lnTo>
                  <a:pt x="1384264" y="2057232"/>
                </a:lnTo>
                <a:lnTo>
                  <a:pt x="1468813" y="2034355"/>
                </a:lnTo>
                <a:lnTo>
                  <a:pt x="1550463" y="2005544"/>
                </a:lnTo>
                <a:lnTo>
                  <a:pt x="1628927" y="1971066"/>
                </a:lnTo>
                <a:lnTo>
                  <a:pt x="1703918" y="1931190"/>
                </a:lnTo>
                <a:lnTo>
                  <a:pt x="1775147" y="1886185"/>
                </a:lnTo>
                <a:lnTo>
                  <a:pt x="1842329" y="1836319"/>
                </a:lnTo>
                <a:lnTo>
                  <a:pt x="1905176" y="1781861"/>
                </a:lnTo>
                <a:lnTo>
                  <a:pt x="1963401" y="1723080"/>
                </a:lnTo>
                <a:lnTo>
                  <a:pt x="2016716" y="1660245"/>
                </a:lnTo>
                <a:lnTo>
                  <a:pt x="2064834" y="1593622"/>
                </a:lnTo>
                <a:lnTo>
                  <a:pt x="2107469" y="1523483"/>
                </a:lnTo>
                <a:lnTo>
                  <a:pt x="2144332" y="1450094"/>
                </a:lnTo>
                <a:lnTo>
                  <a:pt x="2175137" y="1373725"/>
                </a:lnTo>
                <a:lnTo>
                  <a:pt x="2199596" y="1294645"/>
                </a:lnTo>
                <a:lnTo>
                  <a:pt x="2217423" y="1213121"/>
                </a:lnTo>
                <a:lnTo>
                  <a:pt x="2228329" y="1129422"/>
                </a:lnTo>
                <a:lnTo>
                  <a:pt x="2232029" y="1043818"/>
                </a:lnTo>
                <a:lnTo>
                  <a:pt x="2228329" y="958213"/>
                </a:lnTo>
                <a:lnTo>
                  <a:pt x="2217423" y="874513"/>
                </a:lnTo>
                <a:lnTo>
                  <a:pt x="2199596" y="792986"/>
                </a:lnTo>
                <a:lnTo>
                  <a:pt x="2175137" y="713903"/>
                </a:lnTo>
                <a:lnTo>
                  <a:pt x="2144332" y="637530"/>
                </a:lnTo>
                <a:lnTo>
                  <a:pt x="2107469" y="564137"/>
                </a:lnTo>
                <a:lnTo>
                  <a:pt x="2064834" y="493993"/>
                </a:lnTo>
                <a:lnTo>
                  <a:pt x="2016716" y="427366"/>
                </a:lnTo>
                <a:lnTo>
                  <a:pt x="1963401" y="364525"/>
                </a:lnTo>
                <a:lnTo>
                  <a:pt x="1905176" y="305739"/>
                </a:lnTo>
                <a:lnTo>
                  <a:pt x="1842329" y="251276"/>
                </a:lnTo>
                <a:lnTo>
                  <a:pt x="1775147" y="201405"/>
                </a:lnTo>
                <a:lnTo>
                  <a:pt x="1703918" y="156395"/>
                </a:lnTo>
                <a:lnTo>
                  <a:pt x="1628927" y="116515"/>
                </a:lnTo>
                <a:lnTo>
                  <a:pt x="1550463" y="82032"/>
                </a:lnTo>
                <a:lnTo>
                  <a:pt x="1468813" y="53217"/>
                </a:lnTo>
                <a:lnTo>
                  <a:pt x="1384264" y="30337"/>
                </a:lnTo>
                <a:lnTo>
                  <a:pt x="1297103" y="13662"/>
                </a:lnTo>
                <a:lnTo>
                  <a:pt x="1207618" y="3460"/>
                </a:lnTo>
                <a:lnTo>
                  <a:pt x="1116095" y="0"/>
                </a:lnTo>
                <a:close/>
              </a:path>
            </a:pathLst>
          </a:custGeom>
          <a:solidFill>
            <a:srgbClr val="00CC9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42" name="Google Shape;142;p5"/>
          <p:cNvSpPr/>
          <p:nvPr/>
        </p:nvSpPr>
        <p:spPr>
          <a:xfrm>
            <a:off x="2397125" y="3508375"/>
            <a:ext cx="2232025" cy="2087563"/>
          </a:xfrm>
          <a:custGeom>
            <a:avLst/>
            <a:gdLst/>
            <a:ahLst/>
            <a:cxnLst/>
            <a:rect l="l" t="t" r="r" b="b"/>
            <a:pathLst>
              <a:path w="2232025" h="2087879" extrusionOk="0">
                <a:moveTo>
                  <a:pt x="0" y="1043818"/>
                </a:moveTo>
                <a:lnTo>
                  <a:pt x="3699" y="958213"/>
                </a:lnTo>
                <a:lnTo>
                  <a:pt x="14605" y="874513"/>
                </a:lnTo>
                <a:lnTo>
                  <a:pt x="32432" y="792986"/>
                </a:lnTo>
                <a:lnTo>
                  <a:pt x="56892" y="713903"/>
                </a:lnTo>
                <a:lnTo>
                  <a:pt x="87698" y="637530"/>
                </a:lnTo>
                <a:lnTo>
                  <a:pt x="124563" y="564137"/>
                </a:lnTo>
                <a:lnTo>
                  <a:pt x="167199" y="493993"/>
                </a:lnTo>
                <a:lnTo>
                  <a:pt x="215321" y="427366"/>
                </a:lnTo>
                <a:lnTo>
                  <a:pt x="268640" y="364525"/>
                </a:lnTo>
                <a:lnTo>
                  <a:pt x="326870" y="305739"/>
                </a:lnTo>
                <a:lnTo>
                  <a:pt x="389723" y="251276"/>
                </a:lnTo>
                <a:lnTo>
                  <a:pt x="456913" y="201405"/>
                </a:lnTo>
                <a:lnTo>
                  <a:pt x="528152" y="156395"/>
                </a:lnTo>
                <a:lnTo>
                  <a:pt x="603154" y="116515"/>
                </a:lnTo>
                <a:lnTo>
                  <a:pt x="681630" y="82032"/>
                </a:lnTo>
                <a:lnTo>
                  <a:pt x="763295" y="53217"/>
                </a:lnTo>
                <a:lnTo>
                  <a:pt x="847861" y="30337"/>
                </a:lnTo>
                <a:lnTo>
                  <a:pt x="935041" y="13662"/>
                </a:lnTo>
                <a:lnTo>
                  <a:pt x="1024548" y="3460"/>
                </a:lnTo>
                <a:lnTo>
                  <a:pt x="1116095" y="0"/>
                </a:lnTo>
                <a:lnTo>
                  <a:pt x="1207618" y="3460"/>
                </a:lnTo>
                <a:lnTo>
                  <a:pt x="1297103" y="13662"/>
                </a:lnTo>
                <a:lnTo>
                  <a:pt x="1384264" y="30337"/>
                </a:lnTo>
                <a:lnTo>
                  <a:pt x="1468813" y="53217"/>
                </a:lnTo>
                <a:lnTo>
                  <a:pt x="1550463" y="82032"/>
                </a:lnTo>
                <a:lnTo>
                  <a:pt x="1628927" y="116515"/>
                </a:lnTo>
                <a:lnTo>
                  <a:pt x="1703918" y="156395"/>
                </a:lnTo>
                <a:lnTo>
                  <a:pt x="1775147" y="201405"/>
                </a:lnTo>
                <a:lnTo>
                  <a:pt x="1842329" y="251276"/>
                </a:lnTo>
                <a:lnTo>
                  <a:pt x="1905176" y="305739"/>
                </a:lnTo>
                <a:lnTo>
                  <a:pt x="1963401" y="364525"/>
                </a:lnTo>
                <a:lnTo>
                  <a:pt x="2016716" y="427366"/>
                </a:lnTo>
                <a:lnTo>
                  <a:pt x="2064834" y="493993"/>
                </a:lnTo>
                <a:lnTo>
                  <a:pt x="2107469" y="564137"/>
                </a:lnTo>
                <a:lnTo>
                  <a:pt x="2144332" y="637530"/>
                </a:lnTo>
                <a:lnTo>
                  <a:pt x="2175137" y="713903"/>
                </a:lnTo>
                <a:lnTo>
                  <a:pt x="2199596" y="792986"/>
                </a:lnTo>
                <a:lnTo>
                  <a:pt x="2217423" y="874513"/>
                </a:lnTo>
                <a:lnTo>
                  <a:pt x="2228329" y="958213"/>
                </a:lnTo>
                <a:lnTo>
                  <a:pt x="2232029" y="1043818"/>
                </a:lnTo>
                <a:lnTo>
                  <a:pt x="2228329" y="1129422"/>
                </a:lnTo>
                <a:lnTo>
                  <a:pt x="2217423" y="1213121"/>
                </a:lnTo>
                <a:lnTo>
                  <a:pt x="2199596" y="1294645"/>
                </a:lnTo>
                <a:lnTo>
                  <a:pt x="2175137" y="1373725"/>
                </a:lnTo>
                <a:lnTo>
                  <a:pt x="2144332" y="1450094"/>
                </a:lnTo>
                <a:lnTo>
                  <a:pt x="2107469" y="1523483"/>
                </a:lnTo>
                <a:lnTo>
                  <a:pt x="2064834" y="1593622"/>
                </a:lnTo>
                <a:lnTo>
                  <a:pt x="2016716" y="1660245"/>
                </a:lnTo>
                <a:lnTo>
                  <a:pt x="1963401" y="1723080"/>
                </a:lnTo>
                <a:lnTo>
                  <a:pt x="1905176" y="1781861"/>
                </a:lnTo>
                <a:lnTo>
                  <a:pt x="1842329" y="1836319"/>
                </a:lnTo>
                <a:lnTo>
                  <a:pt x="1775147" y="1886185"/>
                </a:lnTo>
                <a:lnTo>
                  <a:pt x="1703918" y="1931190"/>
                </a:lnTo>
                <a:lnTo>
                  <a:pt x="1628927" y="1971066"/>
                </a:lnTo>
                <a:lnTo>
                  <a:pt x="1550463" y="2005544"/>
                </a:lnTo>
                <a:lnTo>
                  <a:pt x="1468813" y="2034355"/>
                </a:lnTo>
                <a:lnTo>
                  <a:pt x="1384264" y="2057232"/>
                </a:lnTo>
                <a:lnTo>
                  <a:pt x="1297103" y="2073905"/>
                </a:lnTo>
                <a:lnTo>
                  <a:pt x="1207618" y="2084106"/>
                </a:lnTo>
                <a:lnTo>
                  <a:pt x="1116095" y="2087566"/>
                </a:lnTo>
                <a:lnTo>
                  <a:pt x="1024548" y="2084106"/>
                </a:lnTo>
                <a:lnTo>
                  <a:pt x="935041" y="2073905"/>
                </a:lnTo>
                <a:lnTo>
                  <a:pt x="847861" y="2057232"/>
                </a:lnTo>
                <a:lnTo>
                  <a:pt x="763295" y="2034355"/>
                </a:lnTo>
                <a:lnTo>
                  <a:pt x="681630" y="2005544"/>
                </a:lnTo>
                <a:lnTo>
                  <a:pt x="603154" y="1971066"/>
                </a:lnTo>
                <a:lnTo>
                  <a:pt x="528152" y="1931190"/>
                </a:lnTo>
                <a:lnTo>
                  <a:pt x="456913" y="1886185"/>
                </a:lnTo>
                <a:lnTo>
                  <a:pt x="389723" y="1836319"/>
                </a:lnTo>
                <a:lnTo>
                  <a:pt x="326870" y="1781861"/>
                </a:lnTo>
                <a:lnTo>
                  <a:pt x="268640" y="1723080"/>
                </a:lnTo>
                <a:lnTo>
                  <a:pt x="215321" y="1660245"/>
                </a:lnTo>
                <a:lnTo>
                  <a:pt x="167199" y="1593622"/>
                </a:lnTo>
                <a:lnTo>
                  <a:pt x="124563" y="1523483"/>
                </a:lnTo>
                <a:lnTo>
                  <a:pt x="87698" y="1450094"/>
                </a:lnTo>
                <a:lnTo>
                  <a:pt x="56892" y="1373725"/>
                </a:lnTo>
                <a:lnTo>
                  <a:pt x="32432" y="1294645"/>
                </a:lnTo>
                <a:lnTo>
                  <a:pt x="14605" y="1213121"/>
                </a:lnTo>
                <a:lnTo>
                  <a:pt x="3699" y="1129422"/>
                </a:lnTo>
                <a:lnTo>
                  <a:pt x="0" y="1043818"/>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43" name="Google Shape;143;p5"/>
          <p:cNvSpPr/>
          <p:nvPr/>
        </p:nvSpPr>
        <p:spPr>
          <a:xfrm>
            <a:off x="1454150" y="4524375"/>
            <a:ext cx="4183063" cy="127000"/>
          </a:xfrm>
          <a:custGeom>
            <a:avLst/>
            <a:gdLst/>
            <a:ahLst/>
            <a:cxnLst/>
            <a:rect l="l" t="t" r="r" b="b"/>
            <a:pathLst>
              <a:path w="4183379" h="127000" extrusionOk="0">
                <a:moveTo>
                  <a:pt x="4106808" y="0"/>
                </a:moveTo>
                <a:lnTo>
                  <a:pt x="4106808" y="127004"/>
                </a:lnTo>
                <a:lnTo>
                  <a:pt x="4175379" y="69853"/>
                </a:lnTo>
                <a:lnTo>
                  <a:pt x="4119646" y="69853"/>
                </a:lnTo>
                <a:lnTo>
                  <a:pt x="4119646" y="57149"/>
                </a:lnTo>
                <a:lnTo>
                  <a:pt x="4175392" y="57149"/>
                </a:lnTo>
                <a:lnTo>
                  <a:pt x="4106808" y="0"/>
                </a:lnTo>
                <a:close/>
              </a:path>
              <a:path w="4183379" h="127000" extrusionOk="0">
                <a:moveTo>
                  <a:pt x="4106808" y="57149"/>
                </a:moveTo>
                <a:lnTo>
                  <a:pt x="0" y="57149"/>
                </a:lnTo>
                <a:lnTo>
                  <a:pt x="0" y="69853"/>
                </a:lnTo>
                <a:lnTo>
                  <a:pt x="4106808" y="69853"/>
                </a:lnTo>
                <a:lnTo>
                  <a:pt x="4106808" y="57149"/>
                </a:lnTo>
                <a:close/>
              </a:path>
              <a:path w="4183379" h="127000" extrusionOk="0">
                <a:moveTo>
                  <a:pt x="4175392" y="57149"/>
                </a:moveTo>
                <a:lnTo>
                  <a:pt x="4119646" y="57149"/>
                </a:lnTo>
                <a:lnTo>
                  <a:pt x="4119646" y="69853"/>
                </a:lnTo>
                <a:lnTo>
                  <a:pt x="4175379" y="69853"/>
                </a:lnTo>
                <a:lnTo>
                  <a:pt x="4183008" y="63495"/>
                </a:lnTo>
                <a:lnTo>
                  <a:pt x="4175392" y="57149"/>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44" name="Google Shape;144;p5"/>
          <p:cNvSpPr/>
          <p:nvPr/>
        </p:nvSpPr>
        <p:spPr>
          <a:xfrm>
            <a:off x="3455988" y="2643188"/>
            <a:ext cx="127000" cy="3579812"/>
          </a:xfrm>
          <a:custGeom>
            <a:avLst/>
            <a:gdLst/>
            <a:ahLst/>
            <a:cxnLst/>
            <a:rect l="l" t="t" r="r" b="b"/>
            <a:pathLst>
              <a:path w="127000" h="3580129" extrusionOk="0">
                <a:moveTo>
                  <a:pt x="69829" y="63489"/>
                </a:moveTo>
                <a:lnTo>
                  <a:pt x="57149" y="63489"/>
                </a:lnTo>
                <a:lnTo>
                  <a:pt x="56997" y="3579869"/>
                </a:lnTo>
                <a:lnTo>
                  <a:pt x="69707" y="3579869"/>
                </a:lnTo>
                <a:lnTo>
                  <a:pt x="69829" y="63489"/>
                </a:lnTo>
                <a:close/>
              </a:path>
              <a:path w="127000" h="3580129" extrusionOk="0">
                <a:moveTo>
                  <a:pt x="63489" y="0"/>
                </a:moveTo>
                <a:lnTo>
                  <a:pt x="0" y="76199"/>
                </a:lnTo>
                <a:lnTo>
                  <a:pt x="57149" y="76199"/>
                </a:lnTo>
                <a:lnTo>
                  <a:pt x="57149" y="63489"/>
                </a:lnTo>
                <a:lnTo>
                  <a:pt x="116389" y="63489"/>
                </a:lnTo>
                <a:lnTo>
                  <a:pt x="63489" y="0"/>
                </a:lnTo>
                <a:close/>
              </a:path>
              <a:path w="127000" h="3580129" extrusionOk="0">
                <a:moveTo>
                  <a:pt x="116389" y="63489"/>
                </a:moveTo>
                <a:lnTo>
                  <a:pt x="69829" y="63489"/>
                </a:lnTo>
                <a:lnTo>
                  <a:pt x="69829" y="76199"/>
                </a:lnTo>
                <a:lnTo>
                  <a:pt x="126979" y="76199"/>
                </a:lnTo>
                <a:lnTo>
                  <a:pt x="116389" y="63489"/>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45" name="Google Shape;145;p5"/>
          <p:cNvSpPr/>
          <p:nvPr/>
        </p:nvSpPr>
        <p:spPr>
          <a:xfrm>
            <a:off x="4124325" y="3665538"/>
            <a:ext cx="144463" cy="144462"/>
          </a:xfrm>
          <a:custGeom>
            <a:avLst/>
            <a:gdLst/>
            <a:ahLst/>
            <a:cxnLst/>
            <a:rect l="l" t="t" r="r" b="b"/>
            <a:pathLst>
              <a:path w="144779" h="144779" extrusionOk="0">
                <a:moveTo>
                  <a:pt x="71658" y="0"/>
                </a:moveTo>
                <a:lnTo>
                  <a:pt x="31582" y="12502"/>
                </a:lnTo>
                <a:lnTo>
                  <a:pt x="5627" y="44177"/>
                </a:lnTo>
                <a:lnTo>
                  <a:pt x="0" y="72143"/>
                </a:lnTo>
                <a:lnTo>
                  <a:pt x="27" y="74136"/>
                </a:lnTo>
                <a:lnTo>
                  <a:pt x="13094" y="113487"/>
                </a:lnTo>
                <a:lnTo>
                  <a:pt x="45249" y="138901"/>
                </a:lnTo>
                <a:lnTo>
                  <a:pt x="73832" y="144394"/>
                </a:lnTo>
                <a:lnTo>
                  <a:pt x="88113" y="142656"/>
                </a:lnTo>
                <a:lnTo>
                  <a:pt x="123853" y="122560"/>
                </a:lnTo>
                <a:lnTo>
                  <a:pt x="143069" y="85778"/>
                </a:lnTo>
                <a:lnTo>
                  <a:pt x="144497" y="71062"/>
                </a:lnTo>
                <a:lnTo>
                  <a:pt x="142846" y="56705"/>
                </a:lnTo>
                <a:lnTo>
                  <a:pt x="122902" y="20767"/>
                </a:lnTo>
                <a:lnTo>
                  <a:pt x="86280" y="1438"/>
                </a:lnTo>
                <a:lnTo>
                  <a:pt x="71658" y="0"/>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46" name="Google Shape;146;p5"/>
          <p:cNvSpPr/>
          <p:nvPr/>
        </p:nvSpPr>
        <p:spPr>
          <a:xfrm>
            <a:off x="4124325" y="3665538"/>
            <a:ext cx="144463" cy="144462"/>
          </a:xfrm>
          <a:custGeom>
            <a:avLst/>
            <a:gdLst/>
            <a:ahLst/>
            <a:cxnLst/>
            <a:rect l="l" t="t" r="r" b="b"/>
            <a:pathLst>
              <a:path w="144779" h="144779" extrusionOk="0">
                <a:moveTo>
                  <a:pt x="0" y="72143"/>
                </a:moveTo>
                <a:lnTo>
                  <a:pt x="12231" y="31963"/>
                </a:lnTo>
                <a:lnTo>
                  <a:pt x="43754" y="5824"/>
                </a:lnTo>
                <a:lnTo>
                  <a:pt x="71658" y="0"/>
                </a:lnTo>
                <a:lnTo>
                  <a:pt x="86280" y="1438"/>
                </a:lnTo>
                <a:lnTo>
                  <a:pt x="122902" y="20767"/>
                </a:lnTo>
                <a:lnTo>
                  <a:pt x="142846" y="56705"/>
                </a:lnTo>
                <a:lnTo>
                  <a:pt x="144497" y="71062"/>
                </a:lnTo>
                <a:lnTo>
                  <a:pt x="143069" y="85778"/>
                </a:lnTo>
                <a:lnTo>
                  <a:pt x="123853" y="122560"/>
                </a:lnTo>
                <a:lnTo>
                  <a:pt x="88113" y="142656"/>
                </a:lnTo>
                <a:lnTo>
                  <a:pt x="73832" y="144394"/>
                </a:lnTo>
                <a:lnTo>
                  <a:pt x="58999" y="142978"/>
                </a:lnTo>
                <a:lnTo>
                  <a:pt x="22037" y="123877"/>
                </a:lnTo>
                <a:lnTo>
                  <a:pt x="1829" y="88338"/>
                </a:lnTo>
                <a:lnTo>
                  <a:pt x="0" y="72143"/>
                </a:lnTo>
                <a:close/>
              </a:path>
            </a:pathLst>
          </a:custGeom>
          <a:noFill/>
          <a:ln w="1270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47" name="Google Shape;147;p5"/>
          <p:cNvSpPr/>
          <p:nvPr/>
        </p:nvSpPr>
        <p:spPr>
          <a:xfrm>
            <a:off x="4197350" y="3724275"/>
            <a:ext cx="0" cy="863600"/>
          </a:xfrm>
          <a:custGeom>
            <a:avLst/>
            <a:gdLst/>
            <a:ahLst/>
            <a:cxnLst/>
            <a:rect l="l" t="t" r="r" b="b"/>
            <a:pathLst>
              <a:path w="120000" h="863600" extrusionOk="0">
                <a:moveTo>
                  <a:pt x="0" y="0"/>
                </a:moveTo>
                <a:lnTo>
                  <a:pt x="0" y="863611"/>
                </a:lnTo>
              </a:path>
            </a:pathLst>
          </a:custGeom>
          <a:noFill/>
          <a:ln w="12700" cap="flat" cmpd="sng">
            <a:solidFill>
              <a:srgbClr val="000000"/>
            </a:solidFill>
            <a:prstDash val="lgDash"/>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48" name="Google Shape;148;p5"/>
          <p:cNvSpPr/>
          <p:nvPr/>
        </p:nvSpPr>
        <p:spPr>
          <a:xfrm>
            <a:off x="3505200" y="3724275"/>
            <a:ext cx="692150" cy="863600"/>
          </a:xfrm>
          <a:custGeom>
            <a:avLst/>
            <a:gdLst/>
            <a:ahLst/>
            <a:cxnLst/>
            <a:rect l="l" t="t" r="r" b="b"/>
            <a:pathLst>
              <a:path w="692150" h="863600" extrusionOk="0">
                <a:moveTo>
                  <a:pt x="692139" y="0"/>
                </a:moveTo>
                <a:lnTo>
                  <a:pt x="0" y="863611"/>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49" name="Google Shape;149;p5"/>
          <p:cNvSpPr/>
          <p:nvPr/>
        </p:nvSpPr>
        <p:spPr>
          <a:xfrm>
            <a:off x="3621088" y="4443413"/>
            <a:ext cx="71437" cy="144462"/>
          </a:xfrm>
          <a:custGeom>
            <a:avLst/>
            <a:gdLst/>
            <a:ahLst/>
            <a:cxnLst/>
            <a:rect l="l" t="t" r="r" b="b"/>
            <a:pathLst>
              <a:path w="71754" h="144779" extrusionOk="0">
                <a:moveTo>
                  <a:pt x="0" y="0"/>
                </a:moveTo>
                <a:lnTo>
                  <a:pt x="71384" y="144517"/>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50" name="Google Shape;150;p5"/>
          <p:cNvSpPr/>
          <p:nvPr/>
        </p:nvSpPr>
        <p:spPr>
          <a:xfrm>
            <a:off x="4268788" y="3781425"/>
            <a:ext cx="279400" cy="792163"/>
          </a:xfrm>
          <a:custGeom>
            <a:avLst/>
            <a:gdLst/>
            <a:ahLst/>
            <a:cxnLst/>
            <a:rect l="l" t="t" r="r" b="b"/>
            <a:pathLst>
              <a:path w="279400" h="792479" extrusionOk="0">
                <a:moveTo>
                  <a:pt x="0" y="0"/>
                </a:moveTo>
                <a:lnTo>
                  <a:pt x="54116" y="4797"/>
                </a:lnTo>
                <a:lnTo>
                  <a:pt x="98908" y="17933"/>
                </a:lnTo>
                <a:lnTo>
                  <a:pt x="137032" y="45161"/>
                </a:lnTo>
                <a:lnTo>
                  <a:pt x="144414" y="330092"/>
                </a:lnTo>
                <a:lnTo>
                  <a:pt x="145628" y="338688"/>
                </a:lnTo>
                <a:lnTo>
                  <a:pt x="172239" y="369053"/>
                </a:lnTo>
                <a:lnTo>
                  <a:pt x="210797" y="385652"/>
                </a:lnTo>
                <a:lnTo>
                  <a:pt x="260753" y="394870"/>
                </a:lnTo>
                <a:lnTo>
                  <a:pt x="279231" y="395978"/>
                </a:lnTo>
                <a:lnTo>
                  <a:pt x="261585" y="396630"/>
                </a:lnTo>
                <a:lnTo>
                  <a:pt x="212212" y="405330"/>
                </a:lnTo>
                <a:lnTo>
                  <a:pt x="172693" y="422451"/>
                </a:lnTo>
                <a:lnTo>
                  <a:pt x="145340" y="454616"/>
                </a:lnTo>
                <a:lnTo>
                  <a:pt x="144414" y="726201"/>
                </a:lnTo>
                <a:lnTo>
                  <a:pt x="143198" y="734802"/>
                </a:lnTo>
                <a:lnTo>
                  <a:pt x="116551" y="765147"/>
                </a:lnTo>
                <a:lnTo>
                  <a:pt x="77954" y="781707"/>
                </a:lnTo>
                <a:lnTo>
                  <a:pt x="27970" y="790880"/>
                </a:lnTo>
                <a:lnTo>
                  <a:pt x="9489" y="791974"/>
                </a:lnTo>
              </a:path>
            </a:pathLst>
          </a:custGeom>
          <a:noFill/>
          <a:ln w="12700" cap="flat" cmpd="sng">
            <a:solidFill>
              <a:srgbClr val="FF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51" name="Google Shape;151;p5"/>
          <p:cNvSpPr/>
          <p:nvPr/>
        </p:nvSpPr>
        <p:spPr>
          <a:xfrm>
            <a:off x="3549650" y="4657725"/>
            <a:ext cx="649288" cy="287338"/>
          </a:xfrm>
          <a:custGeom>
            <a:avLst/>
            <a:gdLst/>
            <a:ahLst/>
            <a:cxnLst/>
            <a:rect l="l" t="t" r="r" b="b"/>
            <a:pathLst>
              <a:path w="649604" h="286385" extrusionOk="0">
                <a:moveTo>
                  <a:pt x="649212" y="0"/>
                </a:moveTo>
                <a:lnTo>
                  <a:pt x="645078" y="55584"/>
                </a:lnTo>
                <a:lnTo>
                  <a:pt x="633772" y="101191"/>
                </a:lnTo>
                <a:lnTo>
                  <a:pt x="610387" y="138714"/>
                </a:lnTo>
                <a:lnTo>
                  <a:pt x="378702" y="144530"/>
                </a:lnTo>
                <a:lnTo>
                  <a:pt x="371453" y="145817"/>
                </a:lnTo>
                <a:lnTo>
                  <a:pt x="340806" y="185907"/>
                </a:lnTo>
                <a:lnTo>
                  <a:pt x="329150" y="230907"/>
                </a:lnTo>
                <a:lnTo>
                  <a:pt x="324610" y="286139"/>
                </a:lnTo>
                <a:lnTo>
                  <a:pt x="324109" y="267085"/>
                </a:lnTo>
                <a:lnTo>
                  <a:pt x="317140" y="214883"/>
                </a:lnTo>
                <a:lnTo>
                  <a:pt x="303351" y="173998"/>
                </a:lnTo>
                <a:lnTo>
                  <a:pt x="277417" y="145698"/>
                </a:lnTo>
                <a:lnTo>
                  <a:pt x="54090" y="144530"/>
                </a:lnTo>
                <a:lnTo>
                  <a:pt x="46822" y="143241"/>
                </a:lnTo>
                <a:lnTo>
                  <a:pt x="16171" y="103149"/>
                </a:lnTo>
                <a:lnTo>
                  <a:pt x="4540" y="58164"/>
                </a:lnTo>
                <a:lnTo>
                  <a:pt x="623" y="22228"/>
                </a:lnTo>
                <a:lnTo>
                  <a:pt x="0" y="2976"/>
                </a:lnTo>
              </a:path>
            </a:pathLst>
          </a:custGeom>
          <a:noFill/>
          <a:ln w="12700" cap="flat" cmpd="sng">
            <a:solidFill>
              <a:srgbClr val="FF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52" name="Google Shape;152;p5"/>
          <p:cNvSpPr txBox="1"/>
          <p:nvPr/>
        </p:nvSpPr>
        <p:spPr>
          <a:xfrm>
            <a:off x="3671888" y="3898900"/>
            <a:ext cx="185737" cy="717550"/>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400" b="1" i="1" u="sng">
                <a:solidFill>
                  <a:srgbClr val="3816FF"/>
                </a:solidFill>
                <a:latin typeface="Century Gothic"/>
                <a:ea typeface="Century Gothic"/>
                <a:cs typeface="Century Gothic"/>
                <a:sym typeface="Century Gothic"/>
              </a:rPr>
              <a:t>r</a:t>
            </a:r>
            <a:endParaRPr sz="2400" b="1" u="sng">
              <a:solidFill>
                <a:schemeClr val="lt1"/>
              </a:solidFill>
              <a:latin typeface="Century Gothic"/>
              <a:ea typeface="Century Gothic"/>
              <a:cs typeface="Century Gothic"/>
              <a:sym typeface="Century Gothic"/>
            </a:endParaRPr>
          </a:p>
          <a:p>
            <a:pPr marL="12700" marR="0" lvl="0" indent="0" algn="l" rtl="0">
              <a:spcBef>
                <a:spcPts val="45"/>
              </a:spcBef>
              <a:spcAft>
                <a:spcPts val="0"/>
              </a:spcAft>
              <a:buNone/>
            </a:pPr>
            <a:r>
              <a:rPr lang="en-US" sz="2500" b="1" i="1" u="sng">
                <a:solidFill>
                  <a:srgbClr val="3816FF"/>
                </a:solidFill>
                <a:latin typeface="Noto Sans Symbols"/>
                <a:ea typeface="Noto Sans Symbols"/>
                <a:cs typeface="Noto Sans Symbols"/>
                <a:sym typeface="Noto Sans Symbols"/>
              </a:rPr>
              <a:t>θ</a:t>
            </a:r>
            <a:endParaRPr sz="2500" b="1" u="sng">
              <a:solidFill>
                <a:schemeClr val="lt1"/>
              </a:solidFill>
              <a:latin typeface="Noto Sans Symbols"/>
              <a:ea typeface="Noto Sans Symbols"/>
              <a:cs typeface="Noto Sans Symbols"/>
              <a:sym typeface="Noto Sans Symbols"/>
            </a:endParaRPr>
          </a:p>
        </p:txBody>
      </p:sp>
      <p:sp>
        <p:nvSpPr>
          <p:cNvPr id="153" name="Google Shape;153;p5"/>
          <p:cNvSpPr txBox="1"/>
          <p:nvPr/>
        </p:nvSpPr>
        <p:spPr>
          <a:xfrm>
            <a:off x="4408488" y="3340100"/>
            <a:ext cx="3154362" cy="384175"/>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400" b="1" i="1" u="sng">
                <a:solidFill>
                  <a:srgbClr val="3816FF"/>
                </a:solidFill>
                <a:latin typeface="Century Gothic"/>
                <a:ea typeface="Century Gothic"/>
                <a:cs typeface="Century Gothic"/>
                <a:sym typeface="Century Gothic"/>
              </a:rPr>
              <a:t>P</a:t>
            </a:r>
            <a:r>
              <a:rPr lang="en-US" sz="2400" b="1" u="sng">
                <a:solidFill>
                  <a:srgbClr val="3816FF"/>
                </a:solidFill>
                <a:latin typeface="Century Gothic"/>
                <a:ea typeface="Century Gothic"/>
                <a:cs typeface="Century Gothic"/>
                <a:sym typeface="Century Gothic"/>
              </a:rPr>
              <a:t>=(</a:t>
            </a:r>
            <a:r>
              <a:rPr lang="en-US" sz="2400" b="1" i="1" u="sng">
                <a:solidFill>
                  <a:srgbClr val="3816FF"/>
                </a:solidFill>
                <a:latin typeface="Century Gothic"/>
                <a:ea typeface="Century Gothic"/>
                <a:cs typeface="Century Gothic"/>
                <a:sym typeface="Century Gothic"/>
              </a:rPr>
              <a:t>r</a:t>
            </a:r>
            <a:r>
              <a:rPr lang="en-US" sz="2400" b="1" u="sng">
                <a:solidFill>
                  <a:srgbClr val="3816FF"/>
                </a:solidFill>
                <a:latin typeface="Century Gothic"/>
                <a:ea typeface="Century Gothic"/>
                <a:cs typeface="Century Gothic"/>
                <a:sym typeface="Century Gothic"/>
              </a:rPr>
              <a:t>Cos</a:t>
            </a:r>
            <a:r>
              <a:rPr lang="en-US" sz="2500" b="1" i="1" u="sng">
                <a:solidFill>
                  <a:srgbClr val="3816FF"/>
                </a:solidFill>
                <a:latin typeface="Noto Sans Symbols"/>
                <a:ea typeface="Noto Sans Symbols"/>
                <a:cs typeface="Noto Sans Symbols"/>
                <a:sym typeface="Noto Sans Symbols"/>
              </a:rPr>
              <a:t>θ</a:t>
            </a:r>
            <a:r>
              <a:rPr lang="en-US" sz="2400" b="1" u="sng">
                <a:solidFill>
                  <a:srgbClr val="3816FF"/>
                </a:solidFill>
                <a:latin typeface="Century Gothic"/>
                <a:ea typeface="Century Gothic"/>
                <a:cs typeface="Century Gothic"/>
                <a:sym typeface="Century Gothic"/>
              </a:rPr>
              <a:t>,</a:t>
            </a:r>
            <a:r>
              <a:rPr lang="en-US" sz="2400" b="1" u="sng">
                <a:solidFill>
                  <a:srgbClr val="3816FF"/>
                </a:solidFill>
                <a:latin typeface="Times New Roman"/>
                <a:ea typeface="Times New Roman"/>
                <a:cs typeface="Times New Roman"/>
                <a:sym typeface="Times New Roman"/>
              </a:rPr>
              <a:t> </a:t>
            </a:r>
            <a:r>
              <a:rPr lang="en-US" sz="2400" b="1" i="1" u="sng">
                <a:solidFill>
                  <a:srgbClr val="3816FF"/>
                </a:solidFill>
                <a:latin typeface="Century Gothic"/>
                <a:ea typeface="Century Gothic"/>
                <a:cs typeface="Century Gothic"/>
                <a:sym typeface="Century Gothic"/>
              </a:rPr>
              <a:t>r</a:t>
            </a:r>
            <a:r>
              <a:rPr lang="en-US" sz="2400" b="1" u="sng">
                <a:solidFill>
                  <a:srgbClr val="3816FF"/>
                </a:solidFill>
                <a:latin typeface="Century Gothic"/>
                <a:ea typeface="Century Gothic"/>
                <a:cs typeface="Century Gothic"/>
                <a:sym typeface="Century Gothic"/>
              </a:rPr>
              <a:t>Sin</a:t>
            </a:r>
            <a:r>
              <a:rPr lang="en-US" sz="2500" b="1" i="1" u="sng">
                <a:solidFill>
                  <a:srgbClr val="3816FF"/>
                </a:solidFill>
                <a:latin typeface="Noto Sans Symbols"/>
                <a:ea typeface="Noto Sans Symbols"/>
                <a:cs typeface="Noto Sans Symbols"/>
                <a:sym typeface="Noto Sans Symbols"/>
              </a:rPr>
              <a:t>θ</a:t>
            </a:r>
            <a:r>
              <a:rPr lang="en-US" sz="2400" b="1" u="sng">
                <a:solidFill>
                  <a:srgbClr val="3816FF"/>
                </a:solidFill>
                <a:latin typeface="Century Gothic"/>
                <a:ea typeface="Century Gothic"/>
                <a:cs typeface="Century Gothic"/>
                <a:sym typeface="Century Gothic"/>
              </a:rPr>
              <a:t>)</a:t>
            </a:r>
            <a:endParaRPr sz="2400" b="1" u="sng">
              <a:solidFill>
                <a:schemeClr val="lt1"/>
              </a:solidFill>
              <a:latin typeface="Century Gothic"/>
              <a:ea typeface="Century Gothic"/>
              <a:cs typeface="Century Gothic"/>
              <a:sym typeface="Century Gothic"/>
            </a:endParaRPr>
          </a:p>
        </p:txBody>
      </p:sp>
      <p:sp>
        <p:nvSpPr>
          <p:cNvPr id="154" name="Google Shape;154;p5"/>
          <p:cNvSpPr txBox="1"/>
          <p:nvPr/>
        </p:nvSpPr>
        <p:spPr>
          <a:xfrm>
            <a:off x="4630738" y="4025900"/>
            <a:ext cx="684212" cy="323850"/>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000" b="1" i="1" u="sng">
                <a:solidFill>
                  <a:srgbClr val="FF0000"/>
                </a:solidFill>
                <a:latin typeface="Century Gothic"/>
                <a:ea typeface="Century Gothic"/>
                <a:cs typeface="Century Gothic"/>
                <a:sym typeface="Century Gothic"/>
              </a:rPr>
              <a:t>r</a:t>
            </a:r>
            <a:r>
              <a:rPr lang="en-US" sz="2000" b="1" u="sng">
                <a:solidFill>
                  <a:srgbClr val="FF0000"/>
                </a:solidFill>
                <a:latin typeface="Century Gothic"/>
                <a:ea typeface="Century Gothic"/>
                <a:cs typeface="Century Gothic"/>
                <a:sym typeface="Century Gothic"/>
              </a:rPr>
              <a:t>Sin</a:t>
            </a:r>
            <a:r>
              <a:rPr lang="en-US" sz="2100" b="1" i="1" u="sng">
                <a:solidFill>
                  <a:srgbClr val="FF0000"/>
                </a:solidFill>
                <a:latin typeface="Noto Sans Symbols"/>
                <a:ea typeface="Noto Sans Symbols"/>
                <a:cs typeface="Noto Sans Symbols"/>
                <a:sym typeface="Noto Sans Symbols"/>
              </a:rPr>
              <a:t>θ</a:t>
            </a:r>
            <a:endParaRPr sz="2000" b="1" u="sng">
              <a:solidFill>
                <a:schemeClr val="lt1"/>
              </a:solidFill>
              <a:latin typeface="Century Gothic"/>
              <a:ea typeface="Century Gothic"/>
              <a:cs typeface="Century Gothic"/>
              <a:sym typeface="Century Gothic"/>
            </a:endParaRPr>
          </a:p>
        </p:txBody>
      </p:sp>
      <p:sp>
        <p:nvSpPr>
          <p:cNvPr id="155" name="Google Shape;155;p5"/>
          <p:cNvSpPr txBox="1"/>
          <p:nvPr/>
        </p:nvSpPr>
        <p:spPr>
          <a:xfrm>
            <a:off x="3606800" y="4867275"/>
            <a:ext cx="809625" cy="323850"/>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000" b="1" i="1" u="sng">
                <a:solidFill>
                  <a:srgbClr val="FF0000"/>
                </a:solidFill>
                <a:latin typeface="Century Gothic"/>
                <a:ea typeface="Century Gothic"/>
                <a:cs typeface="Century Gothic"/>
                <a:sym typeface="Century Gothic"/>
              </a:rPr>
              <a:t>r</a:t>
            </a:r>
            <a:r>
              <a:rPr lang="en-US" sz="2000" b="1" u="sng">
                <a:solidFill>
                  <a:srgbClr val="FF0000"/>
                </a:solidFill>
                <a:latin typeface="Century Gothic"/>
                <a:ea typeface="Century Gothic"/>
                <a:cs typeface="Century Gothic"/>
                <a:sym typeface="Century Gothic"/>
              </a:rPr>
              <a:t>Cos</a:t>
            </a:r>
            <a:r>
              <a:rPr lang="en-US" sz="2100" b="1" i="1" u="sng">
                <a:solidFill>
                  <a:srgbClr val="FF0000"/>
                </a:solidFill>
                <a:latin typeface="Noto Sans Symbols"/>
                <a:ea typeface="Noto Sans Symbols"/>
                <a:cs typeface="Noto Sans Symbols"/>
                <a:sym typeface="Noto Sans Symbols"/>
              </a:rPr>
              <a:t>θ</a:t>
            </a:r>
            <a:endParaRPr sz="2000" b="1" u="sng">
              <a:solidFill>
                <a:schemeClr val="lt1"/>
              </a:solidFill>
              <a:latin typeface="Century Gothic"/>
              <a:ea typeface="Century Gothic"/>
              <a:cs typeface="Century Gothic"/>
              <a:sym typeface="Century Gothic"/>
            </a:endParaRPr>
          </a:p>
        </p:txBody>
      </p:sp>
      <p:sp>
        <p:nvSpPr>
          <p:cNvPr id="156" name="Google Shape;156;p5"/>
          <p:cNvSpPr txBox="1"/>
          <p:nvPr/>
        </p:nvSpPr>
        <p:spPr>
          <a:xfrm>
            <a:off x="5484813" y="4618038"/>
            <a:ext cx="173037" cy="330200"/>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400" b="1" i="1" u="sng">
                <a:solidFill>
                  <a:srgbClr val="FD2918"/>
                </a:solidFill>
                <a:latin typeface="Century Gothic"/>
                <a:ea typeface="Century Gothic"/>
                <a:cs typeface="Century Gothic"/>
                <a:sym typeface="Century Gothic"/>
              </a:rPr>
              <a:t>x</a:t>
            </a:r>
            <a:endParaRPr sz="2400" b="1" u="sng">
              <a:solidFill>
                <a:schemeClr val="lt1"/>
              </a:solidFill>
              <a:latin typeface="Century Gothic"/>
              <a:ea typeface="Century Gothic"/>
              <a:cs typeface="Century Gothic"/>
              <a:sym typeface="Century Gothic"/>
            </a:endParaRPr>
          </a:p>
        </p:txBody>
      </p:sp>
      <p:sp>
        <p:nvSpPr>
          <p:cNvPr id="157" name="Google Shape;157;p5"/>
          <p:cNvSpPr txBox="1"/>
          <p:nvPr/>
        </p:nvSpPr>
        <p:spPr>
          <a:xfrm>
            <a:off x="3627438" y="2582863"/>
            <a:ext cx="188912" cy="330200"/>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400" b="1" i="1" u="sng">
                <a:solidFill>
                  <a:srgbClr val="FD2918"/>
                </a:solidFill>
                <a:latin typeface="Century Gothic"/>
                <a:ea typeface="Century Gothic"/>
                <a:cs typeface="Century Gothic"/>
                <a:sym typeface="Century Gothic"/>
              </a:rPr>
              <a:t>y</a:t>
            </a:r>
            <a:endParaRPr sz="2400" b="1" u="sng">
              <a:solidFill>
                <a:schemeClr val="dk1"/>
              </a:solidFill>
              <a:latin typeface="Century Gothic"/>
              <a:ea typeface="Century Gothic"/>
              <a:cs typeface="Century Gothic"/>
              <a:sym typeface="Century Gothic"/>
            </a:endParaRPr>
          </a:p>
        </p:txBody>
      </p:sp>
      <p:sp>
        <p:nvSpPr>
          <p:cNvPr id="158" name="Google Shape;158;p5"/>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159" name="Google Shape;159;p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i="0" u="sng" strike="noStrike" cap="none">
                <a:solidFill>
                  <a:srgbClr val="898989"/>
                </a:solidFill>
                <a:latin typeface="Arial"/>
                <a:ea typeface="Arial"/>
                <a:cs typeface="Arial"/>
                <a:sym typeface="Arial"/>
              </a:rPr>
              <a:t>5</a:t>
            </a:fld>
            <a:endParaRPr sz="900" b="1" i="0" u="sng" strike="noStrike" cap="none">
              <a:solidFill>
                <a:srgbClr val="898989"/>
              </a:solidFill>
              <a:latin typeface="Arial"/>
              <a:ea typeface="Arial"/>
              <a:cs typeface="Arial"/>
              <a:sym typeface="Arial"/>
            </a:endParaRPr>
          </a:p>
        </p:txBody>
      </p:sp>
      <p:sp>
        <p:nvSpPr>
          <p:cNvPr id="160" name="Google Shape;160;p5"/>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Circle Equation</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161" name="Google Shape;161;p5"/>
          <p:cNvPicPr preferRelativeResize="0"/>
          <p:nvPr/>
        </p:nvPicPr>
        <p:blipFill rotWithShape="1">
          <a:blip r:embed="rId3">
            <a:alphaModFix/>
          </a:blip>
          <a:srcRect/>
          <a:stretch/>
        </p:blipFill>
        <p:spPr>
          <a:xfrm>
            <a:off x="8050200" y="151200"/>
            <a:ext cx="1371600" cy="685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6"/>
          <p:cNvSpPr txBox="1">
            <a:spLocks noGrp="1"/>
          </p:cNvSpPr>
          <p:nvPr>
            <p:ph type="body" idx="1"/>
          </p:nvPr>
        </p:nvSpPr>
        <p:spPr>
          <a:xfrm>
            <a:off x="628650" y="1825625"/>
            <a:ext cx="7886700" cy="3662363"/>
          </a:xfrm>
          <a:prstGeom prst="rect">
            <a:avLst/>
          </a:prstGeom>
          <a:noFill/>
          <a:ln>
            <a:noFill/>
          </a:ln>
        </p:spPr>
        <p:txBody>
          <a:bodyPr spcFirstLastPara="1" wrap="square" lIns="0" tIns="0" rIns="0" bIns="0" anchor="t" anchorCtr="0">
            <a:spAutoFit/>
          </a:bodyPr>
          <a:lstStyle/>
          <a:p>
            <a:pPr marL="12700" marR="0" lvl="0" indent="-12700" algn="l" rtl="0">
              <a:lnSpc>
                <a:spcPct val="110416"/>
              </a:lnSpc>
              <a:spcBef>
                <a:spcPts val="0"/>
              </a:spcBef>
              <a:spcAft>
                <a:spcPts val="0"/>
              </a:spcAft>
              <a:buClr>
                <a:schemeClr val="dk1"/>
              </a:buClr>
              <a:buSzPts val="2400"/>
              <a:buFont typeface="Arial"/>
              <a:buChar char="•"/>
            </a:pPr>
            <a:r>
              <a:rPr lang="en-US" sz="2400" b="0" i="0" u="none" strike="noStrike" cap="none">
                <a:solidFill>
                  <a:schemeClr val="dk1"/>
                </a:solidFill>
                <a:latin typeface="Noto Sans Symbols"/>
                <a:ea typeface="Noto Sans Symbols"/>
                <a:cs typeface="Noto Sans Symbols"/>
                <a:sym typeface="Noto Sans Symbols"/>
              </a:rPr>
              <a:t>θ</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0</a:t>
            </a:r>
            <a:r>
              <a:rPr lang="en-US" sz="2400" b="0" i="0" u="none" strike="noStrike" cap="none">
                <a:solidFill>
                  <a:schemeClr val="dk1"/>
                </a:solidFill>
                <a:latin typeface="Gulim"/>
                <a:ea typeface="Gulim"/>
                <a:cs typeface="Gulim"/>
                <a:sym typeface="Gulim"/>
              </a:rPr>
              <a:t>°</a:t>
            </a:r>
            <a:endParaRPr/>
          </a:p>
          <a:p>
            <a:pPr marL="12700" marR="0" lvl="0" indent="-12700" algn="l" rtl="0">
              <a:lnSpc>
                <a:spcPct val="95833"/>
              </a:lnSpc>
              <a:spcBef>
                <a:spcPts val="750"/>
              </a:spcBef>
              <a:spcAft>
                <a:spcPts val="0"/>
              </a:spcAft>
              <a:buClr>
                <a:schemeClr val="dk1"/>
              </a:buClr>
              <a:buSzPts val="2400"/>
              <a:buFont typeface="Arial"/>
              <a:buChar char="•"/>
            </a:pPr>
            <a:r>
              <a:rPr lang="en-US" sz="2400" b="0" i="0" u="none" strike="noStrike" cap="none">
                <a:solidFill>
                  <a:schemeClr val="dk1"/>
                </a:solidFill>
                <a:latin typeface="Century Gothic"/>
                <a:ea typeface="Century Gothic"/>
                <a:cs typeface="Century Gothic"/>
                <a:sym typeface="Century Gothic"/>
              </a:rPr>
              <a:t>while</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a:t>
            </a:r>
            <a:r>
              <a:rPr lang="en-US" sz="2400" b="0" i="0" u="none" strike="noStrike" cap="none">
                <a:solidFill>
                  <a:schemeClr val="dk1"/>
                </a:solidFill>
                <a:latin typeface="Noto Sans Symbols"/>
                <a:ea typeface="Noto Sans Symbols"/>
                <a:cs typeface="Noto Sans Symbols"/>
                <a:sym typeface="Noto Sans Symbols"/>
              </a:rPr>
              <a:t>θ</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&lt;</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360</a:t>
            </a:r>
            <a:r>
              <a:rPr lang="en-US" sz="2400" b="0" i="0" u="none" strike="noStrike" cap="none">
                <a:solidFill>
                  <a:schemeClr val="dk1"/>
                </a:solidFill>
                <a:latin typeface="Gulim"/>
                <a:ea typeface="Gulim"/>
                <a:cs typeface="Gulim"/>
                <a:sym typeface="Gulim"/>
              </a:rPr>
              <a:t>°</a:t>
            </a:r>
            <a:r>
              <a:rPr lang="en-US" sz="2400" b="0" i="0" u="none" strike="noStrike" cap="none">
                <a:solidFill>
                  <a:schemeClr val="dk1"/>
                </a:solidFill>
                <a:latin typeface="Century Gothic"/>
                <a:ea typeface="Century Gothic"/>
                <a:cs typeface="Century Gothic"/>
                <a:sym typeface="Century Gothic"/>
              </a:rPr>
              <a:t>)</a:t>
            </a:r>
            <a:endParaRPr/>
          </a:p>
          <a:p>
            <a:pPr marL="12700" marR="0" lvl="0" indent="-12700" algn="l" rtl="0">
              <a:lnSpc>
                <a:spcPct val="77000"/>
              </a:lnSpc>
              <a:spcBef>
                <a:spcPts val="338"/>
              </a:spcBef>
              <a:spcAft>
                <a:spcPts val="0"/>
              </a:spcAft>
              <a:buClr>
                <a:schemeClr val="dk1"/>
              </a:buClr>
              <a:buSzPts val="2400"/>
              <a:buFont typeface="Arial"/>
              <a:buChar char="•"/>
            </a:pPr>
            <a:r>
              <a:rPr lang="en-US" sz="2400" b="0" i="0" u="none" strike="noStrike" cap="none">
                <a:solidFill>
                  <a:schemeClr val="dk1"/>
                </a:solidFill>
                <a:latin typeface="Century Gothic"/>
                <a:ea typeface="Century Gothic"/>
                <a:cs typeface="Century Gothic"/>
                <a:sym typeface="Century Gothic"/>
              </a:rPr>
              <a:t>x</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rCos</a:t>
            </a:r>
            <a:r>
              <a:rPr lang="en-US" sz="2400" b="0" i="0" u="none" strike="noStrike" cap="none">
                <a:solidFill>
                  <a:schemeClr val="dk1"/>
                </a:solidFill>
                <a:latin typeface="Noto Sans Symbols"/>
                <a:ea typeface="Noto Sans Symbols"/>
                <a:cs typeface="Noto Sans Symbols"/>
                <a:sym typeface="Noto Sans Symbols"/>
              </a:rPr>
              <a:t>θ</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y</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rSin</a:t>
            </a:r>
            <a:r>
              <a:rPr lang="en-US" sz="2400" b="0" i="0" u="none" strike="noStrike" cap="none">
                <a:solidFill>
                  <a:schemeClr val="dk1"/>
                </a:solidFill>
                <a:latin typeface="Noto Sans Symbols"/>
                <a:ea typeface="Noto Sans Symbols"/>
                <a:cs typeface="Noto Sans Symbols"/>
                <a:sym typeface="Noto Sans Symbols"/>
              </a:rPr>
              <a:t>θ</a:t>
            </a:r>
            <a:endParaRPr/>
          </a:p>
          <a:p>
            <a:pPr marL="12700" marR="0" lvl="0" indent="-12700" algn="l" rtl="0">
              <a:lnSpc>
                <a:spcPct val="81250"/>
              </a:lnSpc>
              <a:spcBef>
                <a:spcPts val="750"/>
              </a:spcBef>
              <a:spcAft>
                <a:spcPts val="0"/>
              </a:spcAft>
              <a:buClr>
                <a:schemeClr val="dk1"/>
              </a:buClr>
              <a:buSzPts val="2400"/>
              <a:buFont typeface="Arial"/>
              <a:buChar char="•"/>
            </a:pPr>
            <a:r>
              <a:rPr lang="en-US" sz="2400" b="0" i="0" u="none" strike="noStrike" cap="none">
                <a:solidFill>
                  <a:schemeClr val="dk1"/>
                </a:solidFill>
                <a:latin typeface="Century Gothic"/>
                <a:ea typeface="Century Gothic"/>
                <a:cs typeface="Century Gothic"/>
                <a:sym typeface="Century Gothic"/>
              </a:rPr>
              <a:t>setPixel(x,y)</a:t>
            </a:r>
            <a:endParaRPr/>
          </a:p>
          <a:p>
            <a:pPr marL="12700" marR="0" lvl="0" indent="-12700" algn="l" rtl="0">
              <a:lnSpc>
                <a:spcPct val="80000"/>
              </a:lnSpc>
              <a:spcBef>
                <a:spcPts val="275"/>
              </a:spcBef>
              <a:spcAft>
                <a:spcPts val="0"/>
              </a:spcAft>
              <a:buClr>
                <a:schemeClr val="dk1"/>
              </a:buClr>
              <a:buSzPts val="2400"/>
              <a:buFont typeface="Arial"/>
              <a:buChar char="•"/>
            </a:pPr>
            <a:r>
              <a:rPr lang="en-US" sz="2400" b="0" i="0" u="none" strike="noStrike" cap="none">
                <a:solidFill>
                  <a:schemeClr val="dk1"/>
                </a:solidFill>
                <a:latin typeface="Noto Sans Symbols"/>
                <a:ea typeface="Noto Sans Symbols"/>
                <a:cs typeface="Noto Sans Symbols"/>
                <a:sym typeface="Noto Sans Symbols"/>
              </a:rPr>
              <a:t>θ</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Noto Sans Symbols"/>
                <a:ea typeface="Noto Sans Symbols"/>
                <a:cs typeface="Noto Sans Symbols"/>
                <a:sym typeface="Noto Sans Symbols"/>
              </a:rPr>
              <a:t>θ</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1</a:t>
            </a:r>
            <a:r>
              <a:rPr lang="en-US" sz="2400" b="0" i="0" u="none" strike="noStrike" cap="none">
                <a:solidFill>
                  <a:schemeClr val="dk1"/>
                </a:solidFill>
                <a:latin typeface="Gulim"/>
                <a:ea typeface="Gulim"/>
                <a:cs typeface="Gulim"/>
                <a:sym typeface="Gulim"/>
              </a:rPr>
              <a:t>°</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end</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while</a:t>
            </a:r>
            <a:endParaRPr/>
          </a:p>
          <a:p>
            <a:pPr marL="0" marR="0" lvl="0" indent="0" algn="l" rtl="0">
              <a:lnSpc>
                <a:spcPct val="80000"/>
              </a:lnSpc>
              <a:spcBef>
                <a:spcPts val="275"/>
              </a:spcBef>
              <a:spcAft>
                <a:spcPts val="0"/>
              </a:spcAft>
              <a:buClr>
                <a:schemeClr val="dk1"/>
              </a:buClr>
              <a:buSzPts val="2400"/>
              <a:buFont typeface="Arial"/>
              <a:buNone/>
            </a:pPr>
            <a:endParaRPr sz="2400" b="0" i="0" u="none" strike="noStrike" cap="none">
              <a:solidFill>
                <a:schemeClr val="dk1"/>
              </a:solidFill>
              <a:latin typeface="Century Gothic"/>
              <a:ea typeface="Century Gothic"/>
              <a:cs typeface="Century Gothic"/>
              <a:sym typeface="Century Gothic"/>
            </a:endParaRPr>
          </a:p>
          <a:p>
            <a:pPr marL="12700" marR="0" lvl="0" indent="-12700" algn="l" rtl="0">
              <a:lnSpc>
                <a:spcPct val="90000"/>
              </a:lnSpc>
              <a:spcBef>
                <a:spcPts val="750"/>
              </a:spcBef>
              <a:spcAft>
                <a:spcPts val="0"/>
              </a:spcAft>
              <a:buClr>
                <a:srgbClr val="FD2918"/>
              </a:buClr>
              <a:buSzPts val="2400"/>
              <a:buFont typeface="Arial"/>
              <a:buChar char="•"/>
            </a:pPr>
            <a:r>
              <a:rPr lang="en-US" sz="2400" b="1" i="0" u="sng" strike="noStrike" cap="none">
                <a:solidFill>
                  <a:srgbClr val="FD2918"/>
                </a:solidFill>
                <a:latin typeface="Georgia"/>
                <a:ea typeface="Georgia"/>
                <a:cs typeface="Georgia"/>
                <a:sym typeface="Georgia"/>
              </a:rPr>
              <a:t>Disadvantages</a:t>
            </a:r>
            <a:endParaRPr sz="2400" b="0" i="0" u="none" strike="noStrike" cap="none">
              <a:solidFill>
                <a:schemeClr val="dk1"/>
              </a:solidFill>
              <a:latin typeface="Georgia"/>
              <a:ea typeface="Georgia"/>
              <a:cs typeface="Georgia"/>
              <a:sym typeface="Georgia"/>
            </a:endParaRPr>
          </a:p>
          <a:p>
            <a:pPr marL="12700" marR="0" lvl="0" indent="-12700" algn="l" rtl="0">
              <a:lnSpc>
                <a:spcPct val="90000"/>
              </a:lnSpc>
              <a:spcBef>
                <a:spcPts val="675"/>
              </a:spcBef>
              <a:spcAft>
                <a:spcPts val="0"/>
              </a:spcAft>
              <a:buClr>
                <a:schemeClr val="dk1"/>
              </a:buClr>
              <a:buSzPts val="2400"/>
              <a:buFont typeface="Georgia"/>
              <a:buChar char="•"/>
            </a:pPr>
            <a:r>
              <a:rPr lang="en-US" sz="2400" b="0" i="0" u="none" strike="noStrike" cap="none">
                <a:solidFill>
                  <a:schemeClr val="dk1"/>
                </a:solidFill>
                <a:latin typeface="Georgia"/>
                <a:ea typeface="Georgia"/>
                <a:cs typeface="Georgia"/>
                <a:sym typeface="Georgia"/>
              </a:rPr>
              <a:t>To</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find</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a</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complete</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circle</a:t>
            </a:r>
            <a:r>
              <a:rPr lang="en-US" sz="2400" b="0" i="0" u="none" strike="noStrike" cap="none">
                <a:solidFill>
                  <a:schemeClr val="dk1"/>
                </a:solidFill>
                <a:latin typeface="Times New Roman"/>
                <a:ea typeface="Times New Roman"/>
                <a:cs typeface="Times New Roman"/>
                <a:sym typeface="Times New Roman"/>
              </a:rPr>
              <a:t> </a:t>
            </a:r>
            <a:r>
              <a:rPr lang="en-US" sz="2400" b="0" i="1" u="none" strike="noStrike" cap="none">
                <a:solidFill>
                  <a:schemeClr val="dk1"/>
                </a:solidFill>
                <a:latin typeface="Noto Sans Symbols"/>
                <a:ea typeface="Noto Sans Symbols"/>
                <a:cs typeface="Noto Sans Symbols"/>
                <a:sym typeface="Noto Sans Symbols"/>
              </a:rPr>
              <a:t>θ</a:t>
            </a:r>
            <a:r>
              <a:rPr lang="en-US" sz="2400" b="0" i="1"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varies</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from</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0</a:t>
            </a:r>
            <a:r>
              <a:rPr lang="en-US" sz="2400" b="0" i="0" u="none" strike="noStrike" cap="none">
                <a:solidFill>
                  <a:schemeClr val="dk1"/>
                </a:solidFill>
                <a:latin typeface="Gulim"/>
                <a:ea typeface="Gulim"/>
                <a:cs typeface="Gulim"/>
                <a:sym typeface="Gulim"/>
              </a:rPr>
              <a:t>°</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to</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360</a:t>
            </a:r>
            <a:r>
              <a:rPr lang="en-US" sz="2400" b="0" i="0" u="none" strike="noStrike" cap="none">
                <a:solidFill>
                  <a:schemeClr val="dk1"/>
                </a:solidFill>
                <a:latin typeface="Gulim"/>
                <a:ea typeface="Gulim"/>
                <a:cs typeface="Gulim"/>
                <a:sym typeface="Gulim"/>
              </a:rPr>
              <a:t>°</a:t>
            </a:r>
            <a:endParaRPr/>
          </a:p>
          <a:p>
            <a:pPr marL="12700" marR="0" lvl="0" indent="-12700" algn="l" rtl="0">
              <a:lnSpc>
                <a:spcPct val="90000"/>
              </a:lnSpc>
              <a:spcBef>
                <a:spcPts val="588"/>
              </a:spcBef>
              <a:spcAft>
                <a:spcPts val="0"/>
              </a:spcAft>
              <a:buClr>
                <a:schemeClr val="dk1"/>
              </a:buClr>
              <a:buSzPts val="2400"/>
              <a:buFont typeface="Georgia"/>
              <a:buChar char="•"/>
            </a:pPr>
            <a:r>
              <a:rPr lang="en-US" sz="2400" b="0" i="0" u="none" strike="noStrike" cap="none">
                <a:solidFill>
                  <a:schemeClr val="dk1"/>
                </a:solidFill>
                <a:latin typeface="Georgia"/>
                <a:ea typeface="Georgia"/>
                <a:cs typeface="Georgia"/>
                <a:sym typeface="Georgia"/>
              </a:rPr>
              <a:t>The</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calculation</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of</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trigonometric</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functions</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is</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very</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slow.</a:t>
            </a:r>
            <a:endParaRPr/>
          </a:p>
          <a:p>
            <a:pPr marL="0" marR="0" lvl="0" indent="0" algn="l" rtl="0">
              <a:lnSpc>
                <a:spcPct val="80000"/>
              </a:lnSpc>
              <a:spcBef>
                <a:spcPts val="275"/>
              </a:spcBef>
              <a:spcAft>
                <a:spcPts val="0"/>
              </a:spcAft>
              <a:buClr>
                <a:schemeClr val="dk1"/>
              </a:buClr>
              <a:buSzPts val="2400"/>
              <a:buFont typeface="Arial"/>
              <a:buNone/>
            </a:pPr>
            <a:endParaRPr sz="2400" b="0" i="0" u="none" strike="noStrike" cap="none">
              <a:solidFill>
                <a:schemeClr val="dk1"/>
              </a:solidFill>
              <a:latin typeface="Century Gothic"/>
              <a:ea typeface="Century Gothic"/>
              <a:cs typeface="Century Gothic"/>
              <a:sym typeface="Century Gothic"/>
            </a:endParaRPr>
          </a:p>
        </p:txBody>
      </p:sp>
      <p:sp>
        <p:nvSpPr>
          <p:cNvPr id="167" name="Google Shape;167;p6"/>
          <p:cNvSpPr txBox="1">
            <a:spLocks noGrp="1"/>
          </p:cNvSpPr>
          <p:nvPr>
            <p:ph type="ftr" idx="11"/>
          </p:nvPr>
        </p:nvSpPr>
        <p:spPr>
          <a:xfrm>
            <a:off x="2987824" y="630932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168" name="Google Shape;168;p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6</a:t>
            </a:fld>
            <a:endParaRPr sz="900" b="1" u="sng">
              <a:solidFill>
                <a:srgbClr val="898989"/>
              </a:solidFill>
              <a:latin typeface="Arial"/>
              <a:ea typeface="Arial"/>
              <a:cs typeface="Arial"/>
              <a:sym typeface="Arial"/>
            </a:endParaRPr>
          </a:p>
        </p:txBody>
      </p:sp>
      <p:sp>
        <p:nvSpPr>
          <p:cNvPr id="169" name="Google Shape;169;p6"/>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Circle Drawing Algorithm</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170" name="Google Shape;170;p6"/>
          <p:cNvPicPr preferRelativeResize="0"/>
          <p:nvPr/>
        </p:nvPicPr>
        <p:blipFill rotWithShape="1">
          <a:blip r:embed="rId3">
            <a:alphaModFix/>
          </a:blip>
          <a:srcRect/>
          <a:stretch/>
        </p:blipFill>
        <p:spPr>
          <a:xfrm>
            <a:off x="8050200" y="151200"/>
            <a:ext cx="1371600" cy="685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7"/>
          <p:cNvSpPr txBox="1">
            <a:spLocks noGrp="1"/>
          </p:cNvSpPr>
          <p:nvPr>
            <p:ph type="body" idx="1"/>
          </p:nvPr>
        </p:nvSpPr>
        <p:spPr>
          <a:xfrm>
            <a:off x="628650" y="1825625"/>
            <a:ext cx="7886700" cy="3662363"/>
          </a:xfrm>
          <a:prstGeom prst="rect">
            <a:avLst/>
          </a:prstGeom>
          <a:noFill/>
          <a:ln>
            <a:noFill/>
          </a:ln>
        </p:spPr>
        <p:txBody>
          <a:bodyPr spcFirstLastPara="1" wrap="square" lIns="0" tIns="0" rIns="0" bIns="0" anchor="t" anchorCtr="0">
            <a:spAutoFit/>
          </a:bodyPr>
          <a:lstStyle/>
          <a:p>
            <a:pPr marL="12700" marR="0" lvl="0" indent="-12700" algn="l" rtl="0">
              <a:lnSpc>
                <a:spcPct val="110416"/>
              </a:lnSpc>
              <a:spcBef>
                <a:spcPts val="0"/>
              </a:spcBef>
              <a:spcAft>
                <a:spcPts val="0"/>
              </a:spcAft>
              <a:buClr>
                <a:schemeClr val="dk1"/>
              </a:buClr>
              <a:buSzPts val="2400"/>
              <a:buFont typeface="Arial"/>
              <a:buChar char="•"/>
            </a:pPr>
            <a:r>
              <a:rPr lang="en-US" sz="2400" b="0" i="0" u="none" strike="noStrike" cap="none">
                <a:solidFill>
                  <a:schemeClr val="dk1"/>
                </a:solidFill>
                <a:latin typeface="Noto Sans Symbols"/>
                <a:ea typeface="Noto Sans Symbols"/>
                <a:cs typeface="Noto Sans Symbols"/>
                <a:sym typeface="Noto Sans Symbols"/>
              </a:rPr>
              <a:t>θ</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0</a:t>
            </a:r>
            <a:r>
              <a:rPr lang="en-US" sz="2400" b="0" i="0" u="none" strike="noStrike" cap="none">
                <a:solidFill>
                  <a:schemeClr val="dk1"/>
                </a:solidFill>
                <a:latin typeface="Gulim"/>
                <a:ea typeface="Gulim"/>
                <a:cs typeface="Gulim"/>
                <a:sym typeface="Gulim"/>
              </a:rPr>
              <a:t>°</a:t>
            </a:r>
            <a:endParaRPr/>
          </a:p>
          <a:p>
            <a:pPr marL="12700" marR="0" lvl="0" indent="-12700" algn="l" rtl="0">
              <a:lnSpc>
                <a:spcPct val="95833"/>
              </a:lnSpc>
              <a:spcBef>
                <a:spcPts val="750"/>
              </a:spcBef>
              <a:spcAft>
                <a:spcPts val="0"/>
              </a:spcAft>
              <a:buClr>
                <a:schemeClr val="dk1"/>
              </a:buClr>
              <a:buSzPts val="2400"/>
              <a:buFont typeface="Arial"/>
              <a:buChar char="•"/>
            </a:pPr>
            <a:r>
              <a:rPr lang="en-US" sz="2400" b="0" i="0" u="none" strike="noStrike" cap="none">
                <a:solidFill>
                  <a:schemeClr val="dk1"/>
                </a:solidFill>
                <a:latin typeface="Century Gothic"/>
                <a:ea typeface="Century Gothic"/>
                <a:cs typeface="Century Gothic"/>
                <a:sym typeface="Century Gothic"/>
              </a:rPr>
              <a:t>while</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a:t>
            </a:r>
            <a:r>
              <a:rPr lang="en-US" sz="2400" b="0" i="0" u="none" strike="noStrike" cap="none">
                <a:solidFill>
                  <a:schemeClr val="dk1"/>
                </a:solidFill>
                <a:latin typeface="Noto Sans Symbols"/>
                <a:ea typeface="Noto Sans Symbols"/>
                <a:cs typeface="Noto Sans Symbols"/>
                <a:sym typeface="Noto Sans Symbols"/>
              </a:rPr>
              <a:t>θ</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&lt;</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360</a:t>
            </a:r>
            <a:r>
              <a:rPr lang="en-US" sz="2400" b="0" i="0" u="none" strike="noStrike" cap="none">
                <a:solidFill>
                  <a:schemeClr val="dk1"/>
                </a:solidFill>
                <a:latin typeface="Gulim"/>
                <a:ea typeface="Gulim"/>
                <a:cs typeface="Gulim"/>
                <a:sym typeface="Gulim"/>
              </a:rPr>
              <a:t>°</a:t>
            </a:r>
            <a:r>
              <a:rPr lang="en-US" sz="2400" b="0" i="0" u="none" strike="noStrike" cap="none">
                <a:solidFill>
                  <a:schemeClr val="dk1"/>
                </a:solidFill>
                <a:latin typeface="Century Gothic"/>
                <a:ea typeface="Century Gothic"/>
                <a:cs typeface="Century Gothic"/>
                <a:sym typeface="Century Gothic"/>
              </a:rPr>
              <a:t>)</a:t>
            </a:r>
            <a:endParaRPr/>
          </a:p>
          <a:p>
            <a:pPr marL="12700" marR="0" lvl="0" indent="-12700" algn="l" rtl="0">
              <a:lnSpc>
                <a:spcPct val="77000"/>
              </a:lnSpc>
              <a:spcBef>
                <a:spcPts val="338"/>
              </a:spcBef>
              <a:spcAft>
                <a:spcPts val="0"/>
              </a:spcAft>
              <a:buClr>
                <a:schemeClr val="dk1"/>
              </a:buClr>
              <a:buSzPts val="2400"/>
              <a:buFont typeface="Arial"/>
              <a:buChar char="•"/>
            </a:pPr>
            <a:r>
              <a:rPr lang="en-US" sz="2400" b="0" i="0" u="none" strike="noStrike" cap="none">
                <a:solidFill>
                  <a:schemeClr val="dk1"/>
                </a:solidFill>
                <a:latin typeface="Century Gothic"/>
                <a:ea typeface="Century Gothic"/>
                <a:cs typeface="Century Gothic"/>
                <a:sym typeface="Century Gothic"/>
              </a:rPr>
              <a:t>x</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rCos</a:t>
            </a:r>
            <a:r>
              <a:rPr lang="en-US" sz="2400" b="0" i="0" u="none" strike="noStrike" cap="none">
                <a:solidFill>
                  <a:schemeClr val="dk1"/>
                </a:solidFill>
                <a:latin typeface="Noto Sans Symbols"/>
                <a:ea typeface="Noto Sans Symbols"/>
                <a:cs typeface="Noto Sans Symbols"/>
                <a:sym typeface="Noto Sans Symbols"/>
              </a:rPr>
              <a:t>θ</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y</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rSin</a:t>
            </a:r>
            <a:r>
              <a:rPr lang="en-US" sz="2400" b="0" i="0" u="none" strike="noStrike" cap="none">
                <a:solidFill>
                  <a:schemeClr val="dk1"/>
                </a:solidFill>
                <a:latin typeface="Noto Sans Symbols"/>
                <a:ea typeface="Noto Sans Symbols"/>
                <a:cs typeface="Noto Sans Symbols"/>
                <a:sym typeface="Noto Sans Symbols"/>
              </a:rPr>
              <a:t>θ</a:t>
            </a:r>
            <a:endParaRPr/>
          </a:p>
          <a:p>
            <a:pPr marL="12700" marR="0" lvl="0" indent="-12700" algn="l" rtl="0">
              <a:lnSpc>
                <a:spcPct val="81250"/>
              </a:lnSpc>
              <a:spcBef>
                <a:spcPts val="750"/>
              </a:spcBef>
              <a:spcAft>
                <a:spcPts val="0"/>
              </a:spcAft>
              <a:buClr>
                <a:schemeClr val="dk1"/>
              </a:buClr>
              <a:buSzPts val="2400"/>
              <a:buFont typeface="Arial"/>
              <a:buChar char="•"/>
            </a:pPr>
            <a:r>
              <a:rPr lang="en-US" sz="2400" b="0" i="0" u="none" strike="noStrike" cap="none">
                <a:solidFill>
                  <a:schemeClr val="dk1"/>
                </a:solidFill>
                <a:latin typeface="Century Gothic"/>
                <a:ea typeface="Century Gothic"/>
                <a:cs typeface="Century Gothic"/>
                <a:sym typeface="Century Gothic"/>
              </a:rPr>
              <a:t>setPixel(x,y)</a:t>
            </a:r>
            <a:endParaRPr/>
          </a:p>
          <a:p>
            <a:pPr marL="12700" marR="0" lvl="0" indent="-12700" algn="l" rtl="0">
              <a:lnSpc>
                <a:spcPct val="80000"/>
              </a:lnSpc>
              <a:spcBef>
                <a:spcPts val="275"/>
              </a:spcBef>
              <a:spcAft>
                <a:spcPts val="0"/>
              </a:spcAft>
              <a:buClr>
                <a:schemeClr val="dk1"/>
              </a:buClr>
              <a:buSzPts val="2400"/>
              <a:buFont typeface="Arial"/>
              <a:buChar char="•"/>
            </a:pPr>
            <a:r>
              <a:rPr lang="en-US" sz="2400" b="0" i="0" u="none" strike="noStrike" cap="none">
                <a:solidFill>
                  <a:schemeClr val="dk1"/>
                </a:solidFill>
                <a:latin typeface="Noto Sans Symbols"/>
                <a:ea typeface="Noto Sans Symbols"/>
                <a:cs typeface="Noto Sans Symbols"/>
                <a:sym typeface="Noto Sans Symbols"/>
              </a:rPr>
              <a:t>θ</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Noto Sans Symbols"/>
                <a:ea typeface="Noto Sans Symbols"/>
                <a:cs typeface="Noto Sans Symbols"/>
                <a:sym typeface="Noto Sans Symbols"/>
              </a:rPr>
              <a:t>θ</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1</a:t>
            </a:r>
            <a:r>
              <a:rPr lang="en-US" sz="2400" b="0" i="0" u="none" strike="noStrike" cap="none">
                <a:solidFill>
                  <a:schemeClr val="dk1"/>
                </a:solidFill>
                <a:latin typeface="Gulim"/>
                <a:ea typeface="Gulim"/>
                <a:cs typeface="Gulim"/>
                <a:sym typeface="Gulim"/>
              </a:rPr>
              <a:t>°</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end</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Century Gothic"/>
                <a:ea typeface="Century Gothic"/>
                <a:cs typeface="Century Gothic"/>
                <a:sym typeface="Century Gothic"/>
              </a:rPr>
              <a:t>while</a:t>
            </a:r>
            <a:endParaRPr/>
          </a:p>
          <a:p>
            <a:pPr marL="0" marR="0" lvl="0" indent="0" algn="l" rtl="0">
              <a:lnSpc>
                <a:spcPct val="80000"/>
              </a:lnSpc>
              <a:spcBef>
                <a:spcPts val="275"/>
              </a:spcBef>
              <a:spcAft>
                <a:spcPts val="0"/>
              </a:spcAft>
              <a:buClr>
                <a:schemeClr val="dk1"/>
              </a:buClr>
              <a:buSzPts val="2400"/>
              <a:buFont typeface="Arial"/>
              <a:buNone/>
            </a:pPr>
            <a:endParaRPr sz="2400" b="0" i="0" u="none" strike="noStrike" cap="none">
              <a:solidFill>
                <a:schemeClr val="dk1"/>
              </a:solidFill>
              <a:latin typeface="Century Gothic"/>
              <a:ea typeface="Century Gothic"/>
              <a:cs typeface="Century Gothic"/>
              <a:sym typeface="Century Gothic"/>
            </a:endParaRPr>
          </a:p>
          <a:p>
            <a:pPr marL="12700" marR="0" lvl="0" indent="-12700" algn="l" rtl="0">
              <a:lnSpc>
                <a:spcPct val="90000"/>
              </a:lnSpc>
              <a:spcBef>
                <a:spcPts val="750"/>
              </a:spcBef>
              <a:spcAft>
                <a:spcPts val="0"/>
              </a:spcAft>
              <a:buClr>
                <a:srgbClr val="FD2918"/>
              </a:buClr>
              <a:buSzPts val="2400"/>
              <a:buFont typeface="Arial"/>
              <a:buChar char="•"/>
            </a:pPr>
            <a:r>
              <a:rPr lang="en-US" sz="2400" b="1" i="0" u="sng" strike="noStrike" cap="none">
                <a:solidFill>
                  <a:srgbClr val="FD2918"/>
                </a:solidFill>
                <a:latin typeface="Georgia"/>
                <a:ea typeface="Georgia"/>
                <a:cs typeface="Georgia"/>
                <a:sym typeface="Georgia"/>
              </a:rPr>
              <a:t>Disadvantages</a:t>
            </a:r>
            <a:endParaRPr sz="2400" b="0" i="0" u="none" strike="noStrike" cap="none">
              <a:solidFill>
                <a:schemeClr val="dk1"/>
              </a:solidFill>
              <a:latin typeface="Georgia"/>
              <a:ea typeface="Georgia"/>
              <a:cs typeface="Georgia"/>
              <a:sym typeface="Georgia"/>
            </a:endParaRPr>
          </a:p>
          <a:p>
            <a:pPr marL="12700" marR="0" lvl="0" indent="-12700" algn="l" rtl="0">
              <a:lnSpc>
                <a:spcPct val="90000"/>
              </a:lnSpc>
              <a:spcBef>
                <a:spcPts val="675"/>
              </a:spcBef>
              <a:spcAft>
                <a:spcPts val="0"/>
              </a:spcAft>
              <a:buClr>
                <a:schemeClr val="dk1"/>
              </a:buClr>
              <a:buSzPts val="2400"/>
              <a:buFont typeface="Georgia"/>
              <a:buChar char="•"/>
            </a:pPr>
            <a:r>
              <a:rPr lang="en-US" sz="2400" b="0" i="0" u="none" strike="noStrike" cap="none">
                <a:solidFill>
                  <a:schemeClr val="dk1"/>
                </a:solidFill>
                <a:latin typeface="Georgia"/>
                <a:ea typeface="Georgia"/>
                <a:cs typeface="Georgia"/>
                <a:sym typeface="Georgia"/>
              </a:rPr>
              <a:t>To</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find</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a</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complete</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circle</a:t>
            </a:r>
            <a:r>
              <a:rPr lang="en-US" sz="2400" b="0" i="0" u="none" strike="noStrike" cap="none">
                <a:solidFill>
                  <a:schemeClr val="dk1"/>
                </a:solidFill>
                <a:latin typeface="Times New Roman"/>
                <a:ea typeface="Times New Roman"/>
                <a:cs typeface="Times New Roman"/>
                <a:sym typeface="Times New Roman"/>
              </a:rPr>
              <a:t> </a:t>
            </a:r>
            <a:r>
              <a:rPr lang="en-US" sz="2400" b="0" i="1" u="none" strike="noStrike" cap="none">
                <a:solidFill>
                  <a:schemeClr val="dk1"/>
                </a:solidFill>
                <a:latin typeface="Noto Sans Symbols"/>
                <a:ea typeface="Noto Sans Symbols"/>
                <a:cs typeface="Noto Sans Symbols"/>
                <a:sym typeface="Noto Sans Symbols"/>
              </a:rPr>
              <a:t>θ</a:t>
            </a:r>
            <a:r>
              <a:rPr lang="en-US" sz="2400" b="0" i="1"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varies</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from</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0</a:t>
            </a:r>
            <a:r>
              <a:rPr lang="en-US" sz="2400" b="0" i="0" u="none" strike="noStrike" cap="none">
                <a:solidFill>
                  <a:schemeClr val="dk1"/>
                </a:solidFill>
                <a:latin typeface="Gulim"/>
                <a:ea typeface="Gulim"/>
                <a:cs typeface="Gulim"/>
                <a:sym typeface="Gulim"/>
              </a:rPr>
              <a:t>°</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to</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360</a:t>
            </a:r>
            <a:r>
              <a:rPr lang="en-US" sz="2400" b="0" i="0" u="none" strike="noStrike" cap="none">
                <a:solidFill>
                  <a:schemeClr val="dk1"/>
                </a:solidFill>
                <a:latin typeface="Gulim"/>
                <a:ea typeface="Gulim"/>
                <a:cs typeface="Gulim"/>
                <a:sym typeface="Gulim"/>
              </a:rPr>
              <a:t>°</a:t>
            </a:r>
            <a:endParaRPr/>
          </a:p>
          <a:p>
            <a:pPr marL="12700" marR="0" lvl="0" indent="-12700" algn="l" rtl="0">
              <a:lnSpc>
                <a:spcPct val="90000"/>
              </a:lnSpc>
              <a:spcBef>
                <a:spcPts val="588"/>
              </a:spcBef>
              <a:spcAft>
                <a:spcPts val="0"/>
              </a:spcAft>
              <a:buClr>
                <a:schemeClr val="dk1"/>
              </a:buClr>
              <a:buSzPts val="2400"/>
              <a:buFont typeface="Georgia"/>
              <a:buChar char="•"/>
            </a:pPr>
            <a:r>
              <a:rPr lang="en-US" sz="2400" b="0" i="0" u="none" strike="noStrike" cap="none">
                <a:solidFill>
                  <a:schemeClr val="dk1"/>
                </a:solidFill>
                <a:latin typeface="Georgia"/>
                <a:ea typeface="Georgia"/>
                <a:cs typeface="Georgia"/>
                <a:sym typeface="Georgia"/>
              </a:rPr>
              <a:t>The</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calculation</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of</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trigonometric</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functions</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is</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very</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slow.</a:t>
            </a:r>
            <a:endParaRPr/>
          </a:p>
          <a:p>
            <a:pPr marL="0" marR="0" lvl="0" indent="0" algn="l" rtl="0">
              <a:lnSpc>
                <a:spcPct val="80000"/>
              </a:lnSpc>
              <a:spcBef>
                <a:spcPts val="275"/>
              </a:spcBef>
              <a:spcAft>
                <a:spcPts val="0"/>
              </a:spcAft>
              <a:buClr>
                <a:schemeClr val="dk1"/>
              </a:buClr>
              <a:buSzPts val="2400"/>
              <a:buFont typeface="Arial"/>
              <a:buNone/>
            </a:pPr>
            <a:endParaRPr sz="2400" b="0" i="0" u="none" strike="noStrike" cap="none">
              <a:solidFill>
                <a:schemeClr val="dk1"/>
              </a:solidFill>
              <a:latin typeface="Century Gothic"/>
              <a:ea typeface="Century Gothic"/>
              <a:cs typeface="Century Gothic"/>
              <a:sym typeface="Century Gothic"/>
            </a:endParaRPr>
          </a:p>
        </p:txBody>
      </p:sp>
      <p:sp>
        <p:nvSpPr>
          <p:cNvPr id="176" name="Google Shape;176;p7"/>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177" name="Google Shape;177;p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7</a:t>
            </a:fld>
            <a:endParaRPr sz="900" b="1" u="sng">
              <a:solidFill>
                <a:srgbClr val="898989"/>
              </a:solidFill>
              <a:latin typeface="Arial"/>
              <a:ea typeface="Arial"/>
              <a:cs typeface="Arial"/>
              <a:sym typeface="Arial"/>
            </a:endParaRPr>
          </a:p>
        </p:txBody>
      </p:sp>
      <p:sp>
        <p:nvSpPr>
          <p:cNvPr id="178" name="Google Shape;178;p7"/>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Circle Drawing Algorithm</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179" name="Google Shape;179;p7"/>
          <p:cNvPicPr preferRelativeResize="0"/>
          <p:nvPr/>
        </p:nvPicPr>
        <p:blipFill rotWithShape="1">
          <a:blip r:embed="rId3">
            <a:alphaModFix/>
          </a:blip>
          <a:srcRect/>
          <a:stretch/>
        </p:blipFill>
        <p:spPr>
          <a:xfrm>
            <a:off x="8050200" y="151200"/>
            <a:ext cx="1371600" cy="685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8"/>
          <p:cNvSpPr/>
          <p:nvPr/>
        </p:nvSpPr>
        <p:spPr>
          <a:xfrm>
            <a:off x="3355975" y="119063"/>
            <a:ext cx="709613" cy="101123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dk1"/>
              </a:solidFill>
              <a:latin typeface="Calibri"/>
              <a:ea typeface="Calibri"/>
              <a:cs typeface="Calibri"/>
              <a:sym typeface="Calibri"/>
            </a:endParaRPr>
          </a:p>
        </p:txBody>
      </p:sp>
      <p:sp>
        <p:nvSpPr>
          <p:cNvPr id="185" name="Google Shape;185;p8"/>
          <p:cNvSpPr txBox="1"/>
          <p:nvPr/>
        </p:nvSpPr>
        <p:spPr>
          <a:xfrm>
            <a:off x="612775" y="1149350"/>
            <a:ext cx="5175250" cy="2436813"/>
          </a:xfrm>
          <a:prstGeom prst="rect">
            <a:avLst/>
          </a:prstGeom>
          <a:noFill/>
          <a:ln>
            <a:noFill/>
          </a:ln>
        </p:spPr>
        <p:txBody>
          <a:bodyPr spcFirstLastPara="1" wrap="square" lIns="0" tIns="0" rIns="0" bIns="0" anchor="t" anchorCtr="0">
            <a:spAutoFit/>
          </a:bodyPr>
          <a:lstStyle/>
          <a:p>
            <a:pPr marL="355600" marR="0" lvl="0" indent="-342900" algn="l" rtl="0">
              <a:spcBef>
                <a:spcPts val="0"/>
              </a:spcBef>
              <a:spcAft>
                <a:spcPts val="0"/>
              </a:spcAft>
              <a:buClr>
                <a:schemeClr val="dk1"/>
              </a:buClr>
              <a:buSzPts val="2400"/>
              <a:buFont typeface="Georgia"/>
              <a:buChar char="•"/>
            </a:pPr>
            <a:r>
              <a:rPr lang="en-US" sz="2400" b="0" u="none">
                <a:solidFill>
                  <a:schemeClr val="dk1"/>
                </a:solidFill>
                <a:latin typeface="Georgia"/>
                <a:ea typeface="Georgia"/>
                <a:cs typeface="Georgia"/>
                <a:sym typeface="Georgia"/>
              </a:rPr>
              <a:t>Use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Pythagoras</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theorem</a:t>
            </a:r>
            <a:endParaRPr/>
          </a:p>
          <a:p>
            <a:pPr marL="355600" marR="0" lvl="0" indent="-342900" algn="ctr" rtl="0">
              <a:spcBef>
                <a:spcPts val="963"/>
              </a:spcBef>
              <a:spcAft>
                <a:spcPts val="0"/>
              </a:spcAft>
              <a:buNone/>
            </a:pPr>
            <a:r>
              <a:rPr lang="en-US" sz="2000" b="0" i="1" u="none">
                <a:solidFill>
                  <a:srgbClr val="3816FF"/>
                </a:solidFill>
                <a:latin typeface="Georgia"/>
                <a:ea typeface="Georgia"/>
                <a:cs typeface="Georgia"/>
                <a:sym typeface="Georgia"/>
              </a:rPr>
              <a:t>x</a:t>
            </a:r>
            <a:r>
              <a:rPr lang="en-US" sz="1900" b="0" i="1" u="none" baseline="30000">
                <a:solidFill>
                  <a:srgbClr val="3816FF"/>
                </a:solidFill>
                <a:latin typeface="Georgia"/>
                <a:ea typeface="Georgia"/>
                <a:cs typeface="Georgia"/>
                <a:sym typeface="Georgia"/>
              </a:rPr>
              <a:t>2</a:t>
            </a:r>
            <a:r>
              <a:rPr lang="en-US" sz="1900" b="0" i="1" u="none" baseline="30000">
                <a:solidFill>
                  <a:srgbClr val="3816FF"/>
                </a:solidFill>
                <a:latin typeface="Times New Roman"/>
                <a:ea typeface="Times New Roman"/>
                <a:cs typeface="Times New Roman"/>
                <a:sym typeface="Times New Roman"/>
              </a:rPr>
              <a:t> </a:t>
            </a:r>
            <a:r>
              <a:rPr lang="en-US" sz="2000" b="0" i="1" u="none">
                <a:solidFill>
                  <a:srgbClr val="3816FF"/>
                </a:solidFill>
                <a:latin typeface="Georgia"/>
                <a:ea typeface="Georgia"/>
                <a:cs typeface="Georgia"/>
                <a:sym typeface="Georgia"/>
              </a:rPr>
              <a:t>+</a:t>
            </a:r>
            <a:r>
              <a:rPr lang="en-US" sz="2000" b="0" i="1" u="none">
                <a:solidFill>
                  <a:srgbClr val="3816FF"/>
                </a:solidFill>
                <a:latin typeface="Times New Roman"/>
                <a:ea typeface="Times New Roman"/>
                <a:cs typeface="Times New Roman"/>
                <a:sym typeface="Times New Roman"/>
              </a:rPr>
              <a:t> </a:t>
            </a:r>
            <a:r>
              <a:rPr lang="en-US" sz="2000" b="0" i="1" u="none">
                <a:solidFill>
                  <a:srgbClr val="3816FF"/>
                </a:solidFill>
                <a:latin typeface="Georgia"/>
                <a:ea typeface="Georgia"/>
                <a:cs typeface="Georgia"/>
                <a:sym typeface="Georgia"/>
              </a:rPr>
              <a:t>y</a:t>
            </a:r>
            <a:r>
              <a:rPr lang="en-US" sz="1900" b="0" i="1" u="none" baseline="30000">
                <a:solidFill>
                  <a:srgbClr val="3816FF"/>
                </a:solidFill>
                <a:latin typeface="Georgia"/>
                <a:ea typeface="Georgia"/>
                <a:cs typeface="Georgia"/>
                <a:sym typeface="Georgia"/>
              </a:rPr>
              <a:t>2</a:t>
            </a:r>
            <a:r>
              <a:rPr lang="en-US" sz="1900" b="0" i="1" u="none" baseline="30000">
                <a:solidFill>
                  <a:srgbClr val="3816FF"/>
                </a:solidFill>
                <a:latin typeface="Times New Roman"/>
                <a:ea typeface="Times New Roman"/>
                <a:cs typeface="Times New Roman"/>
                <a:sym typeface="Times New Roman"/>
              </a:rPr>
              <a:t>  </a:t>
            </a:r>
            <a:r>
              <a:rPr lang="en-US" sz="2000" b="0" i="1" u="none">
                <a:solidFill>
                  <a:srgbClr val="3816FF"/>
                </a:solidFill>
                <a:latin typeface="Georgia"/>
                <a:ea typeface="Georgia"/>
                <a:cs typeface="Georgia"/>
                <a:sym typeface="Georgia"/>
              </a:rPr>
              <a:t>=</a:t>
            </a:r>
            <a:r>
              <a:rPr lang="en-US" sz="2000" b="0" i="1" u="none">
                <a:solidFill>
                  <a:srgbClr val="3816FF"/>
                </a:solidFill>
                <a:latin typeface="Times New Roman"/>
                <a:ea typeface="Times New Roman"/>
                <a:cs typeface="Times New Roman"/>
                <a:sym typeface="Times New Roman"/>
              </a:rPr>
              <a:t> </a:t>
            </a:r>
            <a:r>
              <a:rPr lang="en-US" sz="2000" b="0" i="1" u="none">
                <a:solidFill>
                  <a:srgbClr val="3816FF"/>
                </a:solidFill>
                <a:latin typeface="Georgia"/>
                <a:ea typeface="Georgia"/>
                <a:cs typeface="Georgia"/>
                <a:sym typeface="Georgia"/>
              </a:rPr>
              <a:t>r</a:t>
            </a:r>
            <a:r>
              <a:rPr lang="en-US" sz="1900" b="0" i="1" u="none" baseline="30000">
                <a:solidFill>
                  <a:srgbClr val="3816FF"/>
                </a:solidFill>
                <a:latin typeface="Georgia"/>
                <a:ea typeface="Georgia"/>
                <a:cs typeface="Georgia"/>
                <a:sym typeface="Georgia"/>
              </a:rPr>
              <a:t>2</a:t>
            </a:r>
            <a:endParaRPr sz="1900" b="0" u="none" baseline="30000">
              <a:solidFill>
                <a:schemeClr val="dk1"/>
              </a:solidFill>
              <a:latin typeface="Georgia"/>
              <a:ea typeface="Georgia"/>
              <a:cs typeface="Georgia"/>
              <a:sym typeface="Georgia"/>
            </a:endParaRPr>
          </a:p>
          <a:p>
            <a:pPr marL="355600" marR="0" lvl="0" indent="-342900" algn="l" rtl="0">
              <a:spcBef>
                <a:spcPts val="1150"/>
              </a:spcBef>
              <a:spcAft>
                <a:spcPts val="0"/>
              </a:spcAft>
              <a:buClr>
                <a:schemeClr val="dk1"/>
              </a:buClr>
              <a:buSzPts val="2400"/>
              <a:buFont typeface="Georgia"/>
              <a:buChar char="•"/>
            </a:pPr>
            <a:r>
              <a:rPr lang="en-US" sz="2400" b="0" u="none">
                <a:solidFill>
                  <a:schemeClr val="dk1"/>
                </a:solidFill>
                <a:latin typeface="Georgia"/>
                <a:ea typeface="Georgia"/>
                <a:cs typeface="Georgia"/>
                <a:sym typeface="Georgia"/>
              </a:rPr>
              <a:t>So,</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we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can</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write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a</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simple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circle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drawing</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algorithm</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by</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solving</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the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equation</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for</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y</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at</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unit</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x</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intervals</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using:</a:t>
            </a:r>
            <a:endParaRPr/>
          </a:p>
        </p:txBody>
      </p:sp>
      <p:sp>
        <p:nvSpPr>
          <p:cNvPr id="186" name="Google Shape;186;p8"/>
          <p:cNvSpPr/>
          <p:nvPr/>
        </p:nvSpPr>
        <p:spPr>
          <a:xfrm>
            <a:off x="7348538" y="1166813"/>
            <a:ext cx="0" cy="863600"/>
          </a:xfrm>
          <a:custGeom>
            <a:avLst/>
            <a:gdLst/>
            <a:ahLst/>
            <a:cxnLst/>
            <a:rect l="l" t="t" r="r" b="b"/>
            <a:pathLst>
              <a:path w="120000" h="864235" extrusionOk="0">
                <a:moveTo>
                  <a:pt x="0" y="0"/>
                </a:moveTo>
                <a:lnTo>
                  <a:pt x="0" y="863620"/>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87" name="Google Shape;187;p8"/>
          <p:cNvSpPr/>
          <p:nvPr/>
        </p:nvSpPr>
        <p:spPr>
          <a:xfrm>
            <a:off x="6656388" y="1166813"/>
            <a:ext cx="692150" cy="863600"/>
          </a:xfrm>
          <a:custGeom>
            <a:avLst/>
            <a:gdLst/>
            <a:ahLst/>
            <a:cxnLst/>
            <a:rect l="l" t="t" r="r" b="b"/>
            <a:pathLst>
              <a:path w="692150" h="864235" extrusionOk="0">
                <a:moveTo>
                  <a:pt x="692139" y="0"/>
                </a:moveTo>
                <a:lnTo>
                  <a:pt x="0" y="863620"/>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88" name="Google Shape;188;p8"/>
          <p:cNvSpPr txBox="1"/>
          <p:nvPr/>
        </p:nvSpPr>
        <p:spPr>
          <a:xfrm>
            <a:off x="6948488" y="1984375"/>
            <a:ext cx="196850" cy="369888"/>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400" b="1" i="1" u="none">
                <a:solidFill>
                  <a:srgbClr val="3816FF"/>
                </a:solidFill>
                <a:latin typeface="Century Gothic"/>
                <a:ea typeface="Century Gothic"/>
                <a:cs typeface="Century Gothic"/>
                <a:sym typeface="Century Gothic"/>
              </a:rPr>
              <a:t>x</a:t>
            </a:r>
            <a:endParaRPr sz="2400" b="1" u="none">
              <a:solidFill>
                <a:schemeClr val="dk1"/>
              </a:solidFill>
              <a:latin typeface="Century Gothic"/>
              <a:ea typeface="Century Gothic"/>
              <a:cs typeface="Century Gothic"/>
              <a:sym typeface="Century Gothic"/>
            </a:endParaRPr>
          </a:p>
        </p:txBody>
      </p:sp>
      <p:sp>
        <p:nvSpPr>
          <p:cNvPr id="189" name="Google Shape;189;p8"/>
          <p:cNvSpPr txBox="1"/>
          <p:nvPr/>
        </p:nvSpPr>
        <p:spPr>
          <a:xfrm>
            <a:off x="6823075" y="1341438"/>
            <a:ext cx="123825" cy="369887"/>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400" b="1" i="1" u="none">
                <a:solidFill>
                  <a:srgbClr val="3816FF"/>
                </a:solidFill>
                <a:latin typeface="Century Gothic"/>
                <a:ea typeface="Century Gothic"/>
                <a:cs typeface="Century Gothic"/>
                <a:sym typeface="Century Gothic"/>
              </a:rPr>
              <a:t>r</a:t>
            </a:r>
            <a:endParaRPr sz="2400" b="1" u="none">
              <a:solidFill>
                <a:schemeClr val="lt1"/>
              </a:solidFill>
              <a:latin typeface="Century Gothic"/>
              <a:ea typeface="Century Gothic"/>
              <a:cs typeface="Century Gothic"/>
              <a:sym typeface="Century Gothic"/>
            </a:endParaRPr>
          </a:p>
        </p:txBody>
      </p:sp>
      <p:sp>
        <p:nvSpPr>
          <p:cNvPr id="190" name="Google Shape;190;p8"/>
          <p:cNvSpPr/>
          <p:nvPr/>
        </p:nvSpPr>
        <p:spPr>
          <a:xfrm>
            <a:off x="6643688" y="2043113"/>
            <a:ext cx="719137" cy="0"/>
          </a:xfrm>
          <a:custGeom>
            <a:avLst/>
            <a:gdLst/>
            <a:ahLst/>
            <a:cxnLst/>
            <a:rect l="l" t="t" r="r" b="b"/>
            <a:pathLst>
              <a:path w="719454" h="120000" extrusionOk="0">
                <a:moveTo>
                  <a:pt x="0" y="0"/>
                </a:moveTo>
                <a:lnTo>
                  <a:pt x="719084" y="0"/>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91" name="Google Shape;191;p8"/>
          <p:cNvSpPr txBox="1"/>
          <p:nvPr/>
        </p:nvSpPr>
        <p:spPr>
          <a:xfrm>
            <a:off x="7397750" y="1479550"/>
            <a:ext cx="203200" cy="369888"/>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400" b="1" i="1" u="none">
                <a:solidFill>
                  <a:srgbClr val="3816FF"/>
                </a:solidFill>
                <a:latin typeface="Century Gothic"/>
                <a:ea typeface="Century Gothic"/>
                <a:cs typeface="Century Gothic"/>
                <a:sym typeface="Century Gothic"/>
              </a:rPr>
              <a:t>y</a:t>
            </a:r>
            <a:endParaRPr sz="2400" b="1" u="none">
              <a:solidFill>
                <a:schemeClr val="dk1"/>
              </a:solidFill>
              <a:latin typeface="Century Gothic"/>
              <a:ea typeface="Century Gothic"/>
              <a:cs typeface="Century Gothic"/>
              <a:sym typeface="Century Gothic"/>
            </a:endParaRPr>
          </a:p>
        </p:txBody>
      </p:sp>
      <p:sp>
        <p:nvSpPr>
          <p:cNvPr id="192" name="Google Shape;192;p8"/>
          <p:cNvSpPr/>
          <p:nvPr/>
        </p:nvSpPr>
        <p:spPr>
          <a:xfrm>
            <a:off x="7205663" y="1900238"/>
            <a:ext cx="142875" cy="0"/>
          </a:xfrm>
          <a:custGeom>
            <a:avLst/>
            <a:gdLst/>
            <a:ahLst/>
            <a:cxnLst/>
            <a:rect l="l" t="t" r="r" b="b"/>
            <a:pathLst>
              <a:path w="143509" h="120000" extrusionOk="0">
                <a:moveTo>
                  <a:pt x="142890" y="0"/>
                </a:moveTo>
                <a:lnTo>
                  <a:pt x="0" y="0"/>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93" name="Google Shape;193;p8"/>
          <p:cNvSpPr/>
          <p:nvPr/>
        </p:nvSpPr>
        <p:spPr>
          <a:xfrm>
            <a:off x="7205663" y="1900238"/>
            <a:ext cx="0" cy="142875"/>
          </a:xfrm>
          <a:custGeom>
            <a:avLst/>
            <a:gdLst/>
            <a:ahLst/>
            <a:cxnLst/>
            <a:rect l="l" t="t" r="r" b="b"/>
            <a:pathLst>
              <a:path w="120000" h="142875" extrusionOk="0">
                <a:moveTo>
                  <a:pt x="0" y="0"/>
                </a:moveTo>
                <a:lnTo>
                  <a:pt x="0" y="142859"/>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94" name="Google Shape;194;p8"/>
          <p:cNvSpPr/>
          <p:nvPr/>
        </p:nvSpPr>
        <p:spPr>
          <a:xfrm>
            <a:off x="5651500" y="3436938"/>
            <a:ext cx="2232025" cy="2087562"/>
          </a:xfrm>
          <a:custGeom>
            <a:avLst/>
            <a:gdLst/>
            <a:ahLst/>
            <a:cxnLst/>
            <a:rect l="l" t="t" r="r" b="b"/>
            <a:pathLst>
              <a:path w="2232025" h="2087879" extrusionOk="0">
                <a:moveTo>
                  <a:pt x="1116055" y="0"/>
                </a:moveTo>
                <a:lnTo>
                  <a:pt x="1024511" y="3459"/>
                </a:lnTo>
                <a:lnTo>
                  <a:pt x="935006" y="13659"/>
                </a:lnTo>
                <a:lnTo>
                  <a:pt x="847829" y="30331"/>
                </a:lnTo>
                <a:lnTo>
                  <a:pt x="763266" y="53205"/>
                </a:lnTo>
                <a:lnTo>
                  <a:pt x="681603" y="82015"/>
                </a:lnTo>
                <a:lnTo>
                  <a:pt x="603129" y="116490"/>
                </a:lnTo>
                <a:lnTo>
                  <a:pt x="528130" y="156363"/>
                </a:lnTo>
                <a:lnTo>
                  <a:pt x="456894" y="201365"/>
                </a:lnTo>
                <a:lnTo>
                  <a:pt x="389706" y="251228"/>
                </a:lnTo>
                <a:lnTo>
                  <a:pt x="326856" y="305682"/>
                </a:lnTo>
                <a:lnTo>
                  <a:pt x="268628" y="364460"/>
                </a:lnTo>
                <a:lnTo>
                  <a:pt x="215311" y="427293"/>
                </a:lnTo>
                <a:lnTo>
                  <a:pt x="167192" y="493912"/>
                </a:lnTo>
                <a:lnTo>
                  <a:pt x="124557" y="564049"/>
                </a:lnTo>
                <a:lnTo>
                  <a:pt x="87694" y="637435"/>
                </a:lnTo>
                <a:lnTo>
                  <a:pt x="56889" y="713801"/>
                </a:lnTo>
                <a:lnTo>
                  <a:pt x="32431" y="792880"/>
                </a:lnTo>
                <a:lnTo>
                  <a:pt x="14605" y="874403"/>
                </a:lnTo>
                <a:lnTo>
                  <a:pt x="3699" y="958101"/>
                </a:lnTo>
                <a:lnTo>
                  <a:pt x="0" y="1043705"/>
                </a:lnTo>
                <a:lnTo>
                  <a:pt x="3699" y="1129310"/>
                </a:lnTo>
                <a:lnTo>
                  <a:pt x="14605" y="1213010"/>
                </a:lnTo>
                <a:lnTo>
                  <a:pt x="32431" y="1294535"/>
                </a:lnTo>
                <a:lnTo>
                  <a:pt x="56889" y="1373619"/>
                </a:lnTo>
                <a:lnTo>
                  <a:pt x="87694" y="1449991"/>
                </a:lnTo>
                <a:lnTo>
                  <a:pt x="124557" y="1523383"/>
                </a:lnTo>
                <a:lnTo>
                  <a:pt x="167192" y="1593527"/>
                </a:lnTo>
                <a:lnTo>
                  <a:pt x="215311" y="1660153"/>
                </a:lnTo>
                <a:lnTo>
                  <a:pt x="268628" y="1722994"/>
                </a:lnTo>
                <a:lnTo>
                  <a:pt x="326856" y="1781779"/>
                </a:lnTo>
                <a:lnTo>
                  <a:pt x="389706" y="1836241"/>
                </a:lnTo>
                <a:lnTo>
                  <a:pt x="456894" y="1886111"/>
                </a:lnTo>
                <a:lnTo>
                  <a:pt x="528130" y="1931121"/>
                </a:lnTo>
                <a:lnTo>
                  <a:pt x="603129" y="1971001"/>
                </a:lnTo>
                <a:lnTo>
                  <a:pt x="681603" y="2005482"/>
                </a:lnTo>
                <a:lnTo>
                  <a:pt x="763266" y="2034297"/>
                </a:lnTo>
                <a:lnTo>
                  <a:pt x="847829" y="2057176"/>
                </a:lnTo>
                <a:lnTo>
                  <a:pt x="935006" y="2073851"/>
                </a:lnTo>
                <a:lnTo>
                  <a:pt x="1024511" y="2084053"/>
                </a:lnTo>
                <a:lnTo>
                  <a:pt x="1116055" y="2087514"/>
                </a:lnTo>
                <a:lnTo>
                  <a:pt x="1207582" y="2084053"/>
                </a:lnTo>
                <a:lnTo>
                  <a:pt x="1297072" y="2073851"/>
                </a:lnTo>
                <a:lnTo>
                  <a:pt x="1384236" y="2057176"/>
                </a:lnTo>
                <a:lnTo>
                  <a:pt x="1468788" y="2034297"/>
                </a:lnTo>
                <a:lnTo>
                  <a:pt x="1550441" y="2005482"/>
                </a:lnTo>
                <a:lnTo>
                  <a:pt x="1628908" y="1971001"/>
                </a:lnTo>
                <a:lnTo>
                  <a:pt x="1703900" y="1931121"/>
                </a:lnTo>
                <a:lnTo>
                  <a:pt x="1775132" y="1886111"/>
                </a:lnTo>
                <a:lnTo>
                  <a:pt x="1842315" y="1836241"/>
                </a:lnTo>
                <a:lnTo>
                  <a:pt x="1905163" y="1781779"/>
                </a:lnTo>
                <a:lnTo>
                  <a:pt x="1963389" y="1722994"/>
                </a:lnTo>
                <a:lnTo>
                  <a:pt x="2016705" y="1660153"/>
                </a:lnTo>
                <a:lnTo>
                  <a:pt x="2064824" y="1593527"/>
                </a:lnTo>
                <a:lnTo>
                  <a:pt x="2107459" y="1523383"/>
                </a:lnTo>
                <a:lnTo>
                  <a:pt x="2144322" y="1449991"/>
                </a:lnTo>
                <a:lnTo>
                  <a:pt x="2175127" y="1373619"/>
                </a:lnTo>
                <a:lnTo>
                  <a:pt x="2199587" y="1294535"/>
                </a:lnTo>
                <a:lnTo>
                  <a:pt x="2217413" y="1213010"/>
                </a:lnTo>
                <a:lnTo>
                  <a:pt x="2228320" y="1129310"/>
                </a:lnTo>
                <a:lnTo>
                  <a:pt x="2232019" y="1043705"/>
                </a:lnTo>
                <a:lnTo>
                  <a:pt x="2228320" y="958101"/>
                </a:lnTo>
                <a:lnTo>
                  <a:pt x="2217413" y="874403"/>
                </a:lnTo>
                <a:lnTo>
                  <a:pt x="2199587" y="792880"/>
                </a:lnTo>
                <a:lnTo>
                  <a:pt x="2175127" y="713801"/>
                </a:lnTo>
                <a:lnTo>
                  <a:pt x="2144322" y="637435"/>
                </a:lnTo>
                <a:lnTo>
                  <a:pt x="2107459" y="564049"/>
                </a:lnTo>
                <a:lnTo>
                  <a:pt x="2064824" y="493912"/>
                </a:lnTo>
                <a:lnTo>
                  <a:pt x="2016705" y="427293"/>
                </a:lnTo>
                <a:lnTo>
                  <a:pt x="1963389" y="364460"/>
                </a:lnTo>
                <a:lnTo>
                  <a:pt x="1905163" y="305682"/>
                </a:lnTo>
                <a:lnTo>
                  <a:pt x="1842315" y="251228"/>
                </a:lnTo>
                <a:lnTo>
                  <a:pt x="1775132" y="201365"/>
                </a:lnTo>
                <a:lnTo>
                  <a:pt x="1703900" y="156363"/>
                </a:lnTo>
                <a:lnTo>
                  <a:pt x="1628908" y="116490"/>
                </a:lnTo>
                <a:lnTo>
                  <a:pt x="1550441" y="82015"/>
                </a:lnTo>
                <a:lnTo>
                  <a:pt x="1468788" y="53205"/>
                </a:lnTo>
                <a:lnTo>
                  <a:pt x="1384236" y="30331"/>
                </a:lnTo>
                <a:lnTo>
                  <a:pt x="1297072" y="13659"/>
                </a:lnTo>
                <a:lnTo>
                  <a:pt x="1207582" y="3459"/>
                </a:lnTo>
                <a:lnTo>
                  <a:pt x="1116055" y="0"/>
                </a:lnTo>
                <a:close/>
              </a:path>
            </a:pathLst>
          </a:custGeom>
          <a:solidFill>
            <a:srgbClr val="00CC9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95" name="Google Shape;195;p8"/>
          <p:cNvSpPr/>
          <p:nvPr/>
        </p:nvSpPr>
        <p:spPr>
          <a:xfrm>
            <a:off x="5651500" y="3436938"/>
            <a:ext cx="2232025" cy="2087562"/>
          </a:xfrm>
          <a:custGeom>
            <a:avLst/>
            <a:gdLst/>
            <a:ahLst/>
            <a:cxnLst/>
            <a:rect l="l" t="t" r="r" b="b"/>
            <a:pathLst>
              <a:path w="2232025" h="2087879" extrusionOk="0">
                <a:moveTo>
                  <a:pt x="0" y="1043705"/>
                </a:moveTo>
                <a:lnTo>
                  <a:pt x="3699" y="958101"/>
                </a:lnTo>
                <a:lnTo>
                  <a:pt x="14605" y="874403"/>
                </a:lnTo>
                <a:lnTo>
                  <a:pt x="32431" y="792880"/>
                </a:lnTo>
                <a:lnTo>
                  <a:pt x="56889" y="713801"/>
                </a:lnTo>
                <a:lnTo>
                  <a:pt x="87694" y="637435"/>
                </a:lnTo>
                <a:lnTo>
                  <a:pt x="124557" y="564049"/>
                </a:lnTo>
                <a:lnTo>
                  <a:pt x="167192" y="493912"/>
                </a:lnTo>
                <a:lnTo>
                  <a:pt x="215311" y="427293"/>
                </a:lnTo>
                <a:lnTo>
                  <a:pt x="268628" y="364460"/>
                </a:lnTo>
                <a:lnTo>
                  <a:pt x="326856" y="305682"/>
                </a:lnTo>
                <a:lnTo>
                  <a:pt x="389706" y="251228"/>
                </a:lnTo>
                <a:lnTo>
                  <a:pt x="456894" y="201365"/>
                </a:lnTo>
                <a:lnTo>
                  <a:pt x="528130" y="156363"/>
                </a:lnTo>
                <a:lnTo>
                  <a:pt x="603129" y="116490"/>
                </a:lnTo>
                <a:lnTo>
                  <a:pt x="681603" y="82015"/>
                </a:lnTo>
                <a:lnTo>
                  <a:pt x="763266" y="53205"/>
                </a:lnTo>
                <a:lnTo>
                  <a:pt x="847829" y="30331"/>
                </a:lnTo>
                <a:lnTo>
                  <a:pt x="935006" y="13659"/>
                </a:lnTo>
                <a:lnTo>
                  <a:pt x="1024511" y="3459"/>
                </a:lnTo>
                <a:lnTo>
                  <a:pt x="1116055" y="0"/>
                </a:lnTo>
                <a:lnTo>
                  <a:pt x="1207582" y="3459"/>
                </a:lnTo>
                <a:lnTo>
                  <a:pt x="1297072" y="13659"/>
                </a:lnTo>
                <a:lnTo>
                  <a:pt x="1384236" y="30331"/>
                </a:lnTo>
                <a:lnTo>
                  <a:pt x="1468788" y="53205"/>
                </a:lnTo>
                <a:lnTo>
                  <a:pt x="1550441" y="82015"/>
                </a:lnTo>
                <a:lnTo>
                  <a:pt x="1628908" y="116490"/>
                </a:lnTo>
                <a:lnTo>
                  <a:pt x="1703900" y="156363"/>
                </a:lnTo>
                <a:lnTo>
                  <a:pt x="1775132" y="201365"/>
                </a:lnTo>
                <a:lnTo>
                  <a:pt x="1842315" y="251228"/>
                </a:lnTo>
                <a:lnTo>
                  <a:pt x="1905163" y="305682"/>
                </a:lnTo>
                <a:lnTo>
                  <a:pt x="1963389" y="364460"/>
                </a:lnTo>
                <a:lnTo>
                  <a:pt x="2016705" y="427293"/>
                </a:lnTo>
                <a:lnTo>
                  <a:pt x="2064824" y="493912"/>
                </a:lnTo>
                <a:lnTo>
                  <a:pt x="2107459" y="564049"/>
                </a:lnTo>
                <a:lnTo>
                  <a:pt x="2144322" y="637435"/>
                </a:lnTo>
                <a:lnTo>
                  <a:pt x="2175127" y="713801"/>
                </a:lnTo>
                <a:lnTo>
                  <a:pt x="2199587" y="792880"/>
                </a:lnTo>
                <a:lnTo>
                  <a:pt x="2217413" y="874403"/>
                </a:lnTo>
                <a:lnTo>
                  <a:pt x="2228320" y="958101"/>
                </a:lnTo>
                <a:lnTo>
                  <a:pt x="2232019" y="1043705"/>
                </a:lnTo>
                <a:lnTo>
                  <a:pt x="2228320" y="1129310"/>
                </a:lnTo>
                <a:lnTo>
                  <a:pt x="2217413" y="1213010"/>
                </a:lnTo>
                <a:lnTo>
                  <a:pt x="2199587" y="1294535"/>
                </a:lnTo>
                <a:lnTo>
                  <a:pt x="2175127" y="1373619"/>
                </a:lnTo>
                <a:lnTo>
                  <a:pt x="2144322" y="1449991"/>
                </a:lnTo>
                <a:lnTo>
                  <a:pt x="2107459" y="1523383"/>
                </a:lnTo>
                <a:lnTo>
                  <a:pt x="2064824" y="1593527"/>
                </a:lnTo>
                <a:lnTo>
                  <a:pt x="2016705" y="1660153"/>
                </a:lnTo>
                <a:lnTo>
                  <a:pt x="1963389" y="1722994"/>
                </a:lnTo>
                <a:lnTo>
                  <a:pt x="1905163" y="1781779"/>
                </a:lnTo>
                <a:lnTo>
                  <a:pt x="1842315" y="1836241"/>
                </a:lnTo>
                <a:lnTo>
                  <a:pt x="1775132" y="1886111"/>
                </a:lnTo>
                <a:lnTo>
                  <a:pt x="1703900" y="1931121"/>
                </a:lnTo>
                <a:lnTo>
                  <a:pt x="1628908" y="1971001"/>
                </a:lnTo>
                <a:lnTo>
                  <a:pt x="1550441" y="2005482"/>
                </a:lnTo>
                <a:lnTo>
                  <a:pt x="1468788" y="2034297"/>
                </a:lnTo>
                <a:lnTo>
                  <a:pt x="1384236" y="2057176"/>
                </a:lnTo>
                <a:lnTo>
                  <a:pt x="1297072" y="2073851"/>
                </a:lnTo>
                <a:lnTo>
                  <a:pt x="1207582" y="2084053"/>
                </a:lnTo>
                <a:lnTo>
                  <a:pt x="1116055" y="2087514"/>
                </a:lnTo>
                <a:lnTo>
                  <a:pt x="1024511" y="2084053"/>
                </a:lnTo>
                <a:lnTo>
                  <a:pt x="935006" y="2073851"/>
                </a:lnTo>
                <a:lnTo>
                  <a:pt x="847829" y="2057176"/>
                </a:lnTo>
                <a:lnTo>
                  <a:pt x="763266" y="2034297"/>
                </a:lnTo>
                <a:lnTo>
                  <a:pt x="681603" y="2005482"/>
                </a:lnTo>
                <a:lnTo>
                  <a:pt x="603129" y="1971001"/>
                </a:lnTo>
                <a:lnTo>
                  <a:pt x="528130" y="1931121"/>
                </a:lnTo>
                <a:lnTo>
                  <a:pt x="456894" y="1886111"/>
                </a:lnTo>
                <a:lnTo>
                  <a:pt x="389706" y="1836241"/>
                </a:lnTo>
                <a:lnTo>
                  <a:pt x="326856" y="1781779"/>
                </a:lnTo>
                <a:lnTo>
                  <a:pt x="268628" y="1722994"/>
                </a:lnTo>
                <a:lnTo>
                  <a:pt x="215311" y="1660153"/>
                </a:lnTo>
                <a:lnTo>
                  <a:pt x="167192" y="1593527"/>
                </a:lnTo>
                <a:lnTo>
                  <a:pt x="124557" y="1523383"/>
                </a:lnTo>
                <a:lnTo>
                  <a:pt x="87694" y="1449991"/>
                </a:lnTo>
                <a:lnTo>
                  <a:pt x="56889" y="1373619"/>
                </a:lnTo>
                <a:lnTo>
                  <a:pt x="32431" y="1294535"/>
                </a:lnTo>
                <a:lnTo>
                  <a:pt x="14605" y="1213010"/>
                </a:lnTo>
                <a:lnTo>
                  <a:pt x="3699" y="1129310"/>
                </a:lnTo>
                <a:lnTo>
                  <a:pt x="0" y="1043705"/>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96" name="Google Shape;196;p8"/>
          <p:cNvSpPr/>
          <p:nvPr/>
        </p:nvSpPr>
        <p:spPr>
          <a:xfrm>
            <a:off x="4708525" y="4452938"/>
            <a:ext cx="4183063" cy="127000"/>
          </a:xfrm>
          <a:custGeom>
            <a:avLst/>
            <a:gdLst/>
            <a:ahLst/>
            <a:cxnLst/>
            <a:rect l="l" t="t" r="r" b="b"/>
            <a:pathLst>
              <a:path w="4183379" h="127000" extrusionOk="0">
                <a:moveTo>
                  <a:pt x="4106814" y="69853"/>
                </a:moveTo>
                <a:lnTo>
                  <a:pt x="4106814" y="127004"/>
                </a:lnTo>
                <a:lnTo>
                  <a:pt x="4175398" y="69854"/>
                </a:lnTo>
                <a:lnTo>
                  <a:pt x="4106814" y="69853"/>
                </a:lnTo>
                <a:close/>
              </a:path>
              <a:path w="4183379" h="127000" extrusionOk="0">
                <a:moveTo>
                  <a:pt x="4106814" y="57149"/>
                </a:moveTo>
                <a:lnTo>
                  <a:pt x="4106814" y="69853"/>
                </a:lnTo>
                <a:lnTo>
                  <a:pt x="4119646" y="69854"/>
                </a:lnTo>
                <a:lnTo>
                  <a:pt x="4119646" y="57149"/>
                </a:lnTo>
                <a:lnTo>
                  <a:pt x="4106814" y="57149"/>
                </a:lnTo>
                <a:close/>
              </a:path>
              <a:path w="4183379" h="127000" extrusionOk="0">
                <a:moveTo>
                  <a:pt x="4106814" y="0"/>
                </a:moveTo>
                <a:lnTo>
                  <a:pt x="4106814" y="57149"/>
                </a:lnTo>
                <a:lnTo>
                  <a:pt x="4119646" y="57149"/>
                </a:lnTo>
                <a:lnTo>
                  <a:pt x="4119646" y="69854"/>
                </a:lnTo>
                <a:lnTo>
                  <a:pt x="4175399" y="69853"/>
                </a:lnTo>
                <a:lnTo>
                  <a:pt x="4183014" y="63508"/>
                </a:lnTo>
                <a:lnTo>
                  <a:pt x="4106814" y="0"/>
                </a:lnTo>
                <a:close/>
              </a:path>
              <a:path w="4183379" h="127000" extrusionOk="0">
                <a:moveTo>
                  <a:pt x="0" y="57031"/>
                </a:moveTo>
                <a:lnTo>
                  <a:pt x="0" y="69722"/>
                </a:lnTo>
                <a:lnTo>
                  <a:pt x="4106814" y="69853"/>
                </a:lnTo>
                <a:lnTo>
                  <a:pt x="4106814" y="57149"/>
                </a:lnTo>
                <a:lnTo>
                  <a:pt x="0" y="57031"/>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97" name="Google Shape;197;p8"/>
          <p:cNvSpPr/>
          <p:nvPr/>
        </p:nvSpPr>
        <p:spPr>
          <a:xfrm>
            <a:off x="6710363" y="2571750"/>
            <a:ext cx="127000" cy="3579813"/>
          </a:xfrm>
          <a:custGeom>
            <a:avLst/>
            <a:gdLst/>
            <a:ahLst/>
            <a:cxnLst/>
            <a:rect l="l" t="t" r="r" b="b"/>
            <a:pathLst>
              <a:path w="127634" h="3580129" extrusionOk="0">
                <a:moveTo>
                  <a:pt x="69982" y="63489"/>
                </a:moveTo>
                <a:lnTo>
                  <a:pt x="57149" y="63489"/>
                </a:lnTo>
                <a:lnTo>
                  <a:pt x="57149" y="3579814"/>
                </a:lnTo>
                <a:lnTo>
                  <a:pt x="69860" y="3579814"/>
                </a:lnTo>
                <a:lnTo>
                  <a:pt x="69982" y="63489"/>
                </a:lnTo>
                <a:close/>
              </a:path>
              <a:path w="127634" h="3580129" extrusionOk="0">
                <a:moveTo>
                  <a:pt x="63642" y="0"/>
                </a:moveTo>
                <a:lnTo>
                  <a:pt x="0" y="76199"/>
                </a:lnTo>
                <a:lnTo>
                  <a:pt x="57149" y="76199"/>
                </a:lnTo>
                <a:lnTo>
                  <a:pt x="57149" y="63489"/>
                </a:lnTo>
                <a:lnTo>
                  <a:pt x="116541" y="63489"/>
                </a:lnTo>
                <a:lnTo>
                  <a:pt x="63642" y="0"/>
                </a:lnTo>
                <a:close/>
              </a:path>
              <a:path w="127634" h="3580129" extrusionOk="0">
                <a:moveTo>
                  <a:pt x="116541" y="63489"/>
                </a:moveTo>
                <a:lnTo>
                  <a:pt x="69982" y="63489"/>
                </a:lnTo>
                <a:lnTo>
                  <a:pt x="69981" y="76199"/>
                </a:lnTo>
                <a:lnTo>
                  <a:pt x="127132" y="76199"/>
                </a:lnTo>
                <a:lnTo>
                  <a:pt x="116541" y="63489"/>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98" name="Google Shape;198;p8"/>
          <p:cNvSpPr/>
          <p:nvPr/>
        </p:nvSpPr>
        <p:spPr>
          <a:xfrm>
            <a:off x="7378700" y="3594100"/>
            <a:ext cx="144463" cy="144463"/>
          </a:xfrm>
          <a:custGeom>
            <a:avLst/>
            <a:gdLst/>
            <a:ahLst/>
            <a:cxnLst/>
            <a:rect l="l" t="t" r="r" b="b"/>
            <a:pathLst>
              <a:path w="144779" h="144779" extrusionOk="0">
                <a:moveTo>
                  <a:pt x="71588" y="0"/>
                </a:moveTo>
                <a:lnTo>
                  <a:pt x="31554" y="12563"/>
                </a:lnTo>
                <a:lnTo>
                  <a:pt x="5623" y="44275"/>
                </a:lnTo>
                <a:lnTo>
                  <a:pt x="0" y="72234"/>
                </a:lnTo>
                <a:lnTo>
                  <a:pt x="30" y="74359"/>
                </a:lnTo>
                <a:lnTo>
                  <a:pt x="13156" y="113653"/>
                </a:lnTo>
                <a:lnTo>
                  <a:pt x="45360" y="139006"/>
                </a:lnTo>
                <a:lnTo>
                  <a:pt x="73991" y="144482"/>
                </a:lnTo>
                <a:lnTo>
                  <a:pt x="88249" y="142724"/>
                </a:lnTo>
                <a:lnTo>
                  <a:pt x="123926" y="122599"/>
                </a:lnTo>
                <a:lnTo>
                  <a:pt x="143101" y="85756"/>
                </a:lnTo>
                <a:lnTo>
                  <a:pt x="144525" y="70996"/>
                </a:lnTo>
                <a:lnTo>
                  <a:pt x="142848" y="56663"/>
                </a:lnTo>
                <a:lnTo>
                  <a:pt x="122867" y="20760"/>
                </a:lnTo>
                <a:lnTo>
                  <a:pt x="86225" y="1437"/>
                </a:lnTo>
                <a:lnTo>
                  <a:pt x="71588" y="0"/>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199" name="Google Shape;199;p8"/>
          <p:cNvSpPr/>
          <p:nvPr/>
        </p:nvSpPr>
        <p:spPr>
          <a:xfrm>
            <a:off x="7378700" y="3594100"/>
            <a:ext cx="144463" cy="144463"/>
          </a:xfrm>
          <a:custGeom>
            <a:avLst/>
            <a:gdLst/>
            <a:ahLst/>
            <a:cxnLst/>
            <a:rect l="l" t="t" r="r" b="b"/>
            <a:pathLst>
              <a:path w="144779" h="144779" extrusionOk="0">
                <a:moveTo>
                  <a:pt x="0" y="72234"/>
                </a:moveTo>
                <a:lnTo>
                  <a:pt x="12221" y="32054"/>
                </a:lnTo>
                <a:lnTo>
                  <a:pt x="43715" y="5866"/>
                </a:lnTo>
                <a:lnTo>
                  <a:pt x="71588" y="0"/>
                </a:lnTo>
                <a:lnTo>
                  <a:pt x="86225" y="1437"/>
                </a:lnTo>
                <a:lnTo>
                  <a:pt x="122867" y="20760"/>
                </a:lnTo>
                <a:lnTo>
                  <a:pt x="142848" y="56663"/>
                </a:lnTo>
                <a:lnTo>
                  <a:pt x="144525" y="70996"/>
                </a:lnTo>
                <a:lnTo>
                  <a:pt x="143101" y="85756"/>
                </a:lnTo>
                <a:lnTo>
                  <a:pt x="123926" y="122599"/>
                </a:lnTo>
                <a:lnTo>
                  <a:pt x="88249" y="142724"/>
                </a:lnTo>
                <a:lnTo>
                  <a:pt x="73991" y="144482"/>
                </a:lnTo>
                <a:lnTo>
                  <a:pt x="59131" y="143071"/>
                </a:lnTo>
                <a:lnTo>
                  <a:pt x="22114" y="124021"/>
                </a:lnTo>
                <a:lnTo>
                  <a:pt x="1856" y="88546"/>
                </a:lnTo>
                <a:lnTo>
                  <a:pt x="0" y="72234"/>
                </a:lnTo>
                <a:close/>
              </a:path>
            </a:pathLst>
          </a:custGeom>
          <a:noFill/>
          <a:ln w="1270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00" name="Google Shape;200;p8"/>
          <p:cNvSpPr/>
          <p:nvPr/>
        </p:nvSpPr>
        <p:spPr>
          <a:xfrm>
            <a:off x="7451725" y="3652838"/>
            <a:ext cx="0" cy="863600"/>
          </a:xfrm>
          <a:custGeom>
            <a:avLst/>
            <a:gdLst/>
            <a:ahLst/>
            <a:cxnLst/>
            <a:rect l="l" t="t" r="r" b="b"/>
            <a:pathLst>
              <a:path w="120000" h="863600" extrusionOk="0">
                <a:moveTo>
                  <a:pt x="0" y="0"/>
                </a:moveTo>
                <a:lnTo>
                  <a:pt x="0" y="863589"/>
                </a:lnTo>
              </a:path>
            </a:pathLst>
          </a:custGeom>
          <a:noFill/>
          <a:ln w="12700" cap="flat" cmpd="sng">
            <a:solidFill>
              <a:srgbClr val="000000"/>
            </a:solidFill>
            <a:prstDash val="lgDash"/>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01" name="Google Shape;201;p8"/>
          <p:cNvSpPr/>
          <p:nvPr/>
        </p:nvSpPr>
        <p:spPr>
          <a:xfrm>
            <a:off x="6759575" y="3652838"/>
            <a:ext cx="692150" cy="863600"/>
          </a:xfrm>
          <a:custGeom>
            <a:avLst/>
            <a:gdLst/>
            <a:ahLst/>
            <a:cxnLst/>
            <a:rect l="l" t="t" r="r" b="b"/>
            <a:pathLst>
              <a:path w="692150" h="863600" extrusionOk="0">
                <a:moveTo>
                  <a:pt x="692139" y="0"/>
                </a:moveTo>
                <a:lnTo>
                  <a:pt x="0" y="863589"/>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02" name="Google Shape;202;p8"/>
          <p:cNvSpPr txBox="1"/>
          <p:nvPr/>
        </p:nvSpPr>
        <p:spPr>
          <a:xfrm>
            <a:off x="7508875" y="3933825"/>
            <a:ext cx="203200" cy="369888"/>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400" b="1" i="1" u="none">
                <a:solidFill>
                  <a:srgbClr val="3816FF"/>
                </a:solidFill>
                <a:latin typeface="Century Gothic"/>
                <a:ea typeface="Century Gothic"/>
                <a:cs typeface="Century Gothic"/>
                <a:sym typeface="Century Gothic"/>
              </a:rPr>
              <a:t>y</a:t>
            </a:r>
            <a:endParaRPr sz="2400" b="1" u="none">
              <a:solidFill>
                <a:schemeClr val="dk1"/>
              </a:solidFill>
              <a:latin typeface="Century Gothic"/>
              <a:ea typeface="Century Gothic"/>
              <a:cs typeface="Century Gothic"/>
              <a:sym typeface="Century Gothic"/>
            </a:endParaRPr>
          </a:p>
        </p:txBody>
      </p:sp>
      <p:sp>
        <p:nvSpPr>
          <p:cNvPr id="203" name="Google Shape;203;p8"/>
          <p:cNvSpPr txBox="1"/>
          <p:nvPr/>
        </p:nvSpPr>
        <p:spPr>
          <a:xfrm>
            <a:off x="7053263" y="4476750"/>
            <a:ext cx="196850" cy="369888"/>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400" b="1" i="1" u="none">
                <a:solidFill>
                  <a:srgbClr val="3816FF"/>
                </a:solidFill>
                <a:latin typeface="Century Gothic"/>
                <a:ea typeface="Century Gothic"/>
                <a:cs typeface="Century Gothic"/>
                <a:sym typeface="Century Gothic"/>
              </a:rPr>
              <a:t>x</a:t>
            </a:r>
            <a:endParaRPr sz="2400" b="1" u="none">
              <a:solidFill>
                <a:schemeClr val="dk1"/>
              </a:solidFill>
              <a:latin typeface="Century Gothic"/>
              <a:ea typeface="Century Gothic"/>
              <a:cs typeface="Century Gothic"/>
              <a:sym typeface="Century Gothic"/>
            </a:endParaRPr>
          </a:p>
        </p:txBody>
      </p:sp>
      <p:sp>
        <p:nvSpPr>
          <p:cNvPr id="204" name="Google Shape;204;p8"/>
          <p:cNvSpPr txBox="1"/>
          <p:nvPr/>
        </p:nvSpPr>
        <p:spPr>
          <a:xfrm>
            <a:off x="8739188" y="4546600"/>
            <a:ext cx="173037" cy="369888"/>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400" b="1" i="1" u="none">
                <a:solidFill>
                  <a:srgbClr val="FD2918"/>
                </a:solidFill>
                <a:latin typeface="Century Gothic"/>
                <a:ea typeface="Century Gothic"/>
                <a:cs typeface="Century Gothic"/>
                <a:sym typeface="Century Gothic"/>
              </a:rPr>
              <a:t>x</a:t>
            </a:r>
            <a:endParaRPr sz="2400" b="1" u="none">
              <a:solidFill>
                <a:schemeClr val="dk1"/>
              </a:solidFill>
              <a:latin typeface="Century Gothic"/>
              <a:ea typeface="Century Gothic"/>
              <a:cs typeface="Century Gothic"/>
              <a:sym typeface="Century Gothic"/>
            </a:endParaRPr>
          </a:p>
        </p:txBody>
      </p:sp>
      <p:sp>
        <p:nvSpPr>
          <p:cNvPr id="205" name="Google Shape;205;p8"/>
          <p:cNvSpPr txBox="1"/>
          <p:nvPr/>
        </p:nvSpPr>
        <p:spPr>
          <a:xfrm>
            <a:off x="6881813" y="2511425"/>
            <a:ext cx="190500" cy="369888"/>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400" b="1" i="1" u="none">
                <a:solidFill>
                  <a:srgbClr val="FD2918"/>
                </a:solidFill>
                <a:latin typeface="Century Gothic"/>
                <a:ea typeface="Century Gothic"/>
                <a:cs typeface="Century Gothic"/>
                <a:sym typeface="Century Gothic"/>
              </a:rPr>
              <a:t>y</a:t>
            </a:r>
            <a:endParaRPr sz="2400" b="1" u="none">
              <a:solidFill>
                <a:schemeClr val="dk1"/>
              </a:solidFill>
              <a:latin typeface="Century Gothic"/>
              <a:ea typeface="Century Gothic"/>
              <a:cs typeface="Century Gothic"/>
              <a:sym typeface="Century Gothic"/>
            </a:endParaRPr>
          </a:p>
        </p:txBody>
      </p:sp>
      <p:sp>
        <p:nvSpPr>
          <p:cNvPr id="206" name="Google Shape;206;p8"/>
          <p:cNvSpPr txBox="1"/>
          <p:nvPr/>
        </p:nvSpPr>
        <p:spPr>
          <a:xfrm>
            <a:off x="6926263" y="3827463"/>
            <a:ext cx="123825" cy="369887"/>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400" b="1" i="1" u="none">
                <a:solidFill>
                  <a:srgbClr val="3816FF"/>
                </a:solidFill>
                <a:latin typeface="Century Gothic"/>
                <a:ea typeface="Century Gothic"/>
                <a:cs typeface="Century Gothic"/>
                <a:sym typeface="Century Gothic"/>
              </a:rPr>
              <a:t>r</a:t>
            </a:r>
            <a:endParaRPr sz="2400" b="1" u="none">
              <a:solidFill>
                <a:schemeClr val="dk1"/>
              </a:solidFill>
              <a:latin typeface="Century Gothic"/>
              <a:ea typeface="Century Gothic"/>
              <a:cs typeface="Century Gothic"/>
              <a:sym typeface="Century Gothic"/>
            </a:endParaRPr>
          </a:p>
        </p:txBody>
      </p:sp>
      <p:sp>
        <p:nvSpPr>
          <p:cNvPr id="207" name="Google Shape;207;p8"/>
          <p:cNvSpPr/>
          <p:nvPr/>
        </p:nvSpPr>
        <p:spPr>
          <a:xfrm>
            <a:off x="8080375" y="3378200"/>
            <a:ext cx="22225" cy="14288"/>
          </a:xfrm>
          <a:custGeom>
            <a:avLst/>
            <a:gdLst/>
            <a:ahLst/>
            <a:cxnLst/>
            <a:rect l="l" t="t" r="r" b="b"/>
            <a:pathLst>
              <a:path w="21590" h="13970" extrusionOk="0">
                <a:moveTo>
                  <a:pt x="0" y="13676"/>
                </a:moveTo>
                <a:lnTo>
                  <a:pt x="21092" y="0"/>
                </a:lnTo>
              </a:path>
            </a:pathLst>
          </a:custGeom>
          <a:noFill/>
          <a:ln w="9525"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08" name="Google Shape;208;p8"/>
          <p:cNvSpPr/>
          <p:nvPr/>
        </p:nvSpPr>
        <p:spPr>
          <a:xfrm>
            <a:off x="8102600" y="3378200"/>
            <a:ext cx="52388" cy="96838"/>
          </a:xfrm>
          <a:custGeom>
            <a:avLst/>
            <a:gdLst/>
            <a:ahLst/>
            <a:cxnLst/>
            <a:rect l="l" t="t" r="r" b="b"/>
            <a:pathLst>
              <a:path w="52070" h="96520" extrusionOk="0">
                <a:moveTo>
                  <a:pt x="0" y="0"/>
                </a:moveTo>
                <a:lnTo>
                  <a:pt x="51836" y="96153"/>
                </a:lnTo>
              </a:path>
            </a:pathLst>
          </a:custGeom>
          <a:noFill/>
          <a:ln w="9525"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09" name="Google Shape;209;p8"/>
          <p:cNvSpPr/>
          <p:nvPr/>
        </p:nvSpPr>
        <p:spPr>
          <a:xfrm>
            <a:off x="8153400" y="3221038"/>
            <a:ext cx="57150" cy="254000"/>
          </a:xfrm>
          <a:custGeom>
            <a:avLst/>
            <a:gdLst/>
            <a:ahLst/>
            <a:cxnLst/>
            <a:rect l="l" t="t" r="r" b="b"/>
            <a:pathLst>
              <a:path w="57150" h="253364" extrusionOk="0">
                <a:moveTo>
                  <a:pt x="0" y="253006"/>
                </a:moveTo>
                <a:lnTo>
                  <a:pt x="56677" y="0"/>
                </a:lnTo>
              </a:path>
            </a:pathLst>
          </a:custGeom>
          <a:noFill/>
          <a:ln w="9525"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10" name="Google Shape;210;p8"/>
          <p:cNvSpPr/>
          <p:nvPr/>
        </p:nvSpPr>
        <p:spPr>
          <a:xfrm>
            <a:off x="8210550" y="3221038"/>
            <a:ext cx="592138" cy="0"/>
          </a:xfrm>
          <a:custGeom>
            <a:avLst/>
            <a:gdLst/>
            <a:ahLst/>
            <a:cxnLst/>
            <a:rect l="l" t="t" r="r" b="b"/>
            <a:pathLst>
              <a:path w="591184" h="120000" extrusionOk="0">
                <a:moveTo>
                  <a:pt x="0" y="0"/>
                </a:moveTo>
                <a:lnTo>
                  <a:pt x="590922" y="0"/>
                </a:lnTo>
              </a:path>
            </a:pathLst>
          </a:custGeom>
          <a:noFill/>
          <a:ln w="9525"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11" name="Google Shape;211;p8"/>
          <p:cNvSpPr/>
          <p:nvPr/>
        </p:nvSpPr>
        <p:spPr>
          <a:xfrm>
            <a:off x="8072438" y="3209925"/>
            <a:ext cx="723900" cy="258763"/>
          </a:xfrm>
          <a:custGeom>
            <a:avLst/>
            <a:gdLst/>
            <a:ahLst/>
            <a:cxnLst/>
            <a:rect l="l" t="t" r="r" b="b"/>
            <a:pathLst>
              <a:path w="723265" h="259079" extrusionOk="0">
                <a:moveTo>
                  <a:pt x="37642" y="169682"/>
                </a:moveTo>
                <a:lnTo>
                  <a:pt x="17556" y="169682"/>
                </a:lnTo>
                <a:lnTo>
                  <a:pt x="69860" y="258561"/>
                </a:lnTo>
                <a:lnTo>
                  <a:pt x="80406" y="258561"/>
                </a:lnTo>
                <a:lnTo>
                  <a:pt x="85462" y="235915"/>
                </a:lnTo>
                <a:lnTo>
                  <a:pt x="75133" y="235915"/>
                </a:lnTo>
                <a:lnTo>
                  <a:pt x="37642" y="169682"/>
                </a:lnTo>
                <a:close/>
              </a:path>
              <a:path w="723265" h="259079" extrusionOk="0">
                <a:moveTo>
                  <a:pt x="723168" y="0"/>
                </a:moveTo>
                <a:lnTo>
                  <a:pt x="127833" y="0"/>
                </a:lnTo>
                <a:lnTo>
                  <a:pt x="75133" y="235915"/>
                </a:lnTo>
                <a:lnTo>
                  <a:pt x="85462" y="235915"/>
                </a:lnTo>
                <a:lnTo>
                  <a:pt x="135757" y="10667"/>
                </a:lnTo>
                <a:lnTo>
                  <a:pt x="723168" y="10667"/>
                </a:lnTo>
                <a:lnTo>
                  <a:pt x="723168" y="0"/>
                </a:lnTo>
                <a:close/>
              </a:path>
              <a:path w="723265" h="259079" extrusionOk="0">
                <a:moveTo>
                  <a:pt x="29413" y="155143"/>
                </a:moveTo>
                <a:lnTo>
                  <a:pt x="0" y="173095"/>
                </a:lnTo>
                <a:lnTo>
                  <a:pt x="3078" y="179496"/>
                </a:lnTo>
                <a:lnTo>
                  <a:pt x="17556" y="169682"/>
                </a:lnTo>
                <a:lnTo>
                  <a:pt x="37642" y="169682"/>
                </a:lnTo>
                <a:lnTo>
                  <a:pt x="29413" y="155143"/>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12" name="Google Shape;212;p8"/>
          <p:cNvSpPr txBox="1"/>
          <p:nvPr/>
        </p:nvSpPr>
        <p:spPr>
          <a:xfrm>
            <a:off x="7439025" y="3124200"/>
            <a:ext cx="619125" cy="538163"/>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1700" b="1" i="1" u="sng">
                <a:solidFill>
                  <a:schemeClr val="dk1"/>
                </a:solidFill>
                <a:latin typeface="Times New Roman"/>
                <a:ea typeface="Times New Roman"/>
                <a:cs typeface="Times New Roman"/>
                <a:sym typeface="Times New Roman"/>
              </a:rPr>
              <a:t>P </a:t>
            </a:r>
            <a:r>
              <a:rPr lang="en-US" sz="1700" b="1" u="sng">
                <a:solidFill>
                  <a:schemeClr val="dk1"/>
                </a:solidFill>
                <a:latin typeface="Noto Sans Symbols"/>
                <a:ea typeface="Noto Sans Symbols"/>
                <a:cs typeface="Noto Sans Symbols"/>
                <a:sym typeface="Noto Sans Symbols"/>
              </a:rPr>
              <a:t>=</a:t>
            </a:r>
            <a:r>
              <a:rPr lang="en-US" sz="1700" b="1" u="sng">
                <a:solidFill>
                  <a:schemeClr val="dk1"/>
                </a:solidFill>
                <a:latin typeface="Times New Roman"/>
                <a:ea typeface="Times New Roman"/>
                <a:cs typeface="Times New Roman"/>
                <a:sym typeface="Times New Roman"/>
              </a:rPr>
              <a:t> </a:t>
            </a:r>
            <a:r>
              <a:rPr lang="en-US" sz="5250" b="1" u="sng" baseline="-25000">
                <a:solidFill>
                  <a:schemeClr val="dk1"/>
                </a:solidFill>
                <a:latin typeface="Noto Sans Symbols"/>
                <a:ea typeface="Noto Sans Symbols"/>
                <a:cs typeface="Noto Sans Symbols"/>
                <a:sym typeface="Noto Sans Symbols"/>
              </a:rPr>
              <a:t>(</a:t>
            </a:r>
            <a:r>
              <a:rPr lang="en-US" sz="1700" b="1" i="1" u="sng">
                <a:solidFill>
                  <a:schemeClr val="dk1"/>
                </a:solidFill>
                <a:latin typeface="Times New Roman"/>
                <a:ea typeface="Times New Roman"/>
                <a:cs typeface="Times New Roman"/>
                <a:sym typeface="Times New Roman"/>
              </a:rPr>
              <a:t>x</a:t>
            </a:r>
            <a:r>
              <a:rPr lang="en-US" sz="1700" b="1" u="sng">
                <a:solidFill>
                  <a:schemeClr val="dk1"/>
                </a:solidFill>
                <a:latin typeface="Times New Roman"/>
                <a:ea typeface="Times New Roman"/>
                <a:cs typeface="Times New Roman"/>
                <a:sym typeface="Times New Roman"/>
              </a:rPr>
              <a:t>,</a:t>
            </a:r>
            <a:endParaRPr sz="1700" b="1" u="sng">
              <a:solidFill>
                <a:schemeClr val="dk1"/>
              </a:solidFill>
              <a:latin typeface="Times New Roman"/>
              <a:ea typeface="Times New Roman"/>
              <a:cs typeface="Times New Roman"/>
              <a:sym typeface="Times New Roman"/>
            </a:endParaRPr>
          </a:p>
        </p:txBody>
      </p:sp>
      <p:sp>
        <p:nvSpPr>
          <p:cNvPr id="213" name="Google Shape;213;p8"/>
          <p:cNvSpPr txBox="1"/>
          <p:nvPr/>
        </p:nvSpPr>
        <p:spPr>
          <a:xfrm>
            <a:off x="8201025" y="3122613"/>
            <a:ext cx="703200" cy="808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00" b="1" i="1" u="sng">
                <a:solidFill>
                  <a:schemeClr val="dk1"/>
                </a:solidFill>
                <a:latin typeface="Times New Roman"/>
                <a:ea typeface="Times New Roman"/>
                <a:cs typeface="Times New Roman"/>
                <a:sym typeface="Times New Roman"/>
              </a:rPr>
              <a:t>r</a:t>
            </a:r>
            <a:r>
              <a:rPr lang="en-US" sz="1425" b="1" u="sng" baseline="30000">
                <a:solidFill>
                  <a:schemeClr val="dk1"/>
                </a:solidFill>
                <a:latin typeface="Times New Roman"/>
                <a:ea typeface="Times New Roman"/>
                <a:cs typeface="Times New Roman"/>
                <a:sym typeface="Times New Roman"/>
              </a:rPr>
              <a:t>2  </a:t>
            </a:r>
            <a:r>
              <a:rPr lang="en-US" sz="1700" b="1" u="sng">
                <a:solidFill>
                  <a:schemeClr val="dk1"/>
                </a:solidFill>
                <a:latin typeface="Noto Sans Symbols"/>
                <a:ea typeface="Noto Sans Symbols"/>
                <a:cs typeface="Noto Sans Symbols"/>
                <a:sym typeface="Noto Sans Symbols"/>
              </a:rPr>
              <a:t>−</a:t>
            </a:r>
            <a:r>
              <a:rPr lang="en-US" sz="1700" b="1" u="sng">
                <a:solidFill>
                  <a:schemeClr val="dk1"/>
                </a:solidFill>
                <a:latin typeface="Times New Roman"/>
                <a:ea typeface="Times New Roman"/>
                <a:cs typeface="Times New Roman"/>
                <a:sym typeface="Times New Roman"/>
              </a:rPr>
              <a:t> </a:t>
            </a:r>
            <a:r>
              <a:rPr lang="en-US" sz="1700" b="1" i="1" u="sng">
                <a:solidFill>
                  <a:schemeClr val="dk1"/>
                </a:solidFill>
                <a:latin typeface="Times New Roman"/>
                <a:ea typeface="Times New Roman"/>
                <a:cs typeface="Times New Roman"/>
                <a:sym typeface="Times New Roman"/>
              </a:rPr>
              <a:t>x</a:t>
            </a:r>
            <a:r>
              <a:rPr lang="en-US" sz="1425" b="1" u="sng" baseline="30000">
                <a:solidFill>
                  <a:schemeClr val="dk1"/>
                </a:solidFill>
                <a:latin typeface="Times New Roman"/>
                <a:ea typeface="Times New Roman"/>
                <a:cs typeface="Times New Roman"/>
                <a:sym typeface="Times New Roman"/>
              </a:rPr>
              <a:t>2  </a:t>
            </a:r>
            <a:r>
              <a:rPr lang="en-US" sz="5250" b="1" u="sng" baseline="-25000">
                <a:solidFill>
                  <a:schemeClr val="dk1"/>
                </a:solidFill>
                <a:latin typeface="Noto Sans Symbols"/>
                <a:ea typeface="Noto Sans Symbols"/>
                <a:cs typeface="Noto Sans Symbols"/>
                <a:sym typeface="Noto Sans Symbols"/>
              </a:rPr>
              <a:t>)</a:t>
            </a:r>
            <a:endParaRPr sz="5250" b="1" u="sng" baseline="-25000">
              <a:solidFill>
                <a:schemeClr val="dk1"/>
              </a:solidFill>
              <a:latin typeface="Noto Sans Symbols"/>
              <a:ea typeface="Noto Sans Symbols"/>
              <a:cs typeface="Noto Sans Symbols"/>
              <a:sym typeface="Noto Sans Symbols"/>
            </a:endParaRPr>
          </a:p>
        </p:txBody>
      </p:sp>
      <p:sp>
        <p:nvSpPr>
          <p:cNvPr id="214" name="Google Shape;214;p8"/>
          <p:cNvSpPr/>
          <p:nvPr/>
        </p:nvSpPr>
        <p:spPr>
          <a:xfrm>
            <a:off x="2362200" y="3983038"/>
            <a:ext cx="50800" cy="28575"/>
          </a:xfrm>
          <a:custGeom>
            <a:avLst/>
            <a:gdLst/>
            <a:ahLst/>
            <a:cxnLst/>
            <a:rect l="l" t="t" r="r" b="b"/>
            <a:pathLst>
              <a:path w="51435" h="29210" extrusionOk="0">
                <a:moveTo>
                  <a:pt x="0" y="29038"/>
                </a:moveTo>
                <a:lnTo>
                  <a:pt x="50970" y="0"/>
                </a:lnTo>
              </a:path>
            </a:pathLst>
          </a:custGeom>
          <a:noFill/>
          <a:ln w="1585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15" name="Google Shape;215;p8"/>
          <p:cNvSpPr/>
          <p:nvPr/>
        </p:nvSpPr>
        <p:spPr>
          <a:xfrm>
            <a:off x="2413000" y="3990975"/>
            <a:ext cx="73025" cy="155575"/>
          </a:xfrm>
          <a:custGeom>
            <a:avLst/>
            <a:gdLst/>
            <a:ahLst/>
            <a:cxnLst/>
            <a:rect l="l" t="t" r="r" b="b"/>
            <a:pathLst>
              <a:path w="73025" h="156210" extrusionOk="0">
                <a:moveTo>
                  <a:pt x="0" y="0"/>
                </a:moveTo>
                <a:lnTo>
                  <a:pt x="72866" y="156175"/>
                </a:lnTo>
              </a:path>
            </a:pathLst>
          </a:custGeom>
          <a:noFill/>
          <a:ln w="33025"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16" name="Google Shape;216;p8"/>
          <p:cNvSpPr/>
          <p:nvPr/>
        </p:nvSpPr>
        <p:spPr>
          <a:xfrm>
            <a:off x="2493963" y="3692525"/>
            <a:ext cx="96837" cy="454025"/>
          </a:xfrm>
          <a:custGeom>
            <a:avLst/>
            <a:gdLst/>
            <a:ahLst/>
            <a:cxnLst/>
            <a:rect l="l" t="t" r="r" b="b"/>
            <a:pathLst>
              <a:path w="97155" h="454025" extrusionOk="0">
                <a:moveTo>
                  <a:pt x="0" y="453614"/>
                </a:moveTo>
                <a:lnTo>
                  <a:pt x="97107" y="0"/>
                </a:lnTo>
              </a:path>
            </a:pathLst>
          </a:custGeom>
          <a:noFill/>
          <a:ln w="1615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17" name="Google Shape;217;p8"/>
          <p:cNvSpPr/>
          <p:nvPr/>
        </p:nvSpPr>
        <p:spPr>
          <a:xfrm>
            <a:off x="2590800" y="3692525"/>
            <a:ext cx="1119188" cy="0"/>
          </a:xfrm>
          <a:custGeom>
            <a:avLst/>
            <a:gdLst/>
            <a:ahLst/>
            <a:cxnLst/>
            <a:rect l="l" t="t" r="r" b="b"/>
            <a:pathLst>
              <a:path w="1118870" h="120000" extrusionOk="0">
                <a:moveTo>
                  <a:pt x="0" y="0"/>
                </a:moveTo>
                <a:lnTo>
                  <a:pt x="1118634" y="0"/>
                </a:lnTo>
              </a:path>
            </a:pathLst>
          </a:custGeom>
          <a:noFill/>
          <a:ln w="1575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18" name="Google Shape;218;p8"/>
          <p:cNvSpPr txBox="1"/>
          <p:nvPr/>
        </p:nvSpPr>
        <p:spPr>
          <a:xfrm>
            <a:off x="1512888" y="3756025"/>
            <a:ext cx="2155800" cy="484800"/>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3150" b="0" i="1" u="none">
                <a:solidFill>
                  <a:schemeClr val="dk1"/>
                </a:solidFill>
                <a:latin typeface="Times New Roman"/>
                <a:ea typeface="Times New Roman"/>
                <a:cs typeface="Times New Roman"/>
                <a:sym typeface="Times New Roman"/>
              </a:rPr>
              <a:t>y </a:t>
            </a:r>
            <a:r>
              <a:rPr lang="en-US" sz="3150" b="0" u="none">
                <a:solidFill>
                  <a:schemeClr val="dk1"/>
                </a:solidFill>
                <a:latin typeface="Noto Sans Symbols"/>
                <a:ea typeface="Noto Sans Symbols"/>
                <a:cs typeface="Noto Sans Symbols"/>
                <a:sym typeface="Noto Sans Symbols"/>
              </a:rPr>
              <a:t>=</a:t>
            </a:r>
            <a:r>
              <a:rPr lang="en-US" sz="3150" b="0" u="none">
                <a:solidFill>
                  <a:schemeClr val="dk1"/>
                </a:solidFill>
                <a:latin typeface="Times New Roman"/>
                <a:ea typeface="Times New Roman"/>
                <a:cs typeface="Times New Roman"/>
                <a:sym typeface="Times New Roman"/>
              </a:rPr>
              <a:t> </a:t>
            </a:r>
            <a:r>
              <a:rPr lang="en-US" sz="3150" b="0" u="none">
                <a:solidFill>
                  <a:schemeClr val="dk1"/>
                </a:solidFill>
                <a:latin typeface="Noto Sans Symbols"/>
                <a:ea typeface="Noto Sans Symbols"/>
                <a:cs typeface="Noto Sans Symbols"/>
                <a:sym typeface="Noto Sans Symbols"/>
              </a:rPr>
              <a:t>±</a:t>
            </a:r>
            <a:r>
              <a:rPr lang="en-US" sz="3150" b="0" u="none">
                <a:solidFill>
                  <a:schemeClr val="dk1"/>
                </a:solidFill>
                <a:latin typeface="Times New Roman"/>
                <a:ea typeface="Times New Roman"/>
                <a:cs typeface="Times New Roman"/>
                <a:sym typeface="Times New Roman"/>
              </a:rPr>
              <a:t>	  </a:t>
            </a:r>
            <a:r>
              <a:rPr lang="en-US" sz="3150" b="0" i="1" u="none">
                <a:solidFill>
                  <a:schemeClr val="dk1"/>
                </a:solidFill>
                <a:latin typeface="Times New Roman"/>
                <a:ea typeface="Times New Roman"/>
                <a:cs typeface="Times New Roman"/>
                <a:sym typeface="Times New Roman"/>
              </a:rPr>
              <a:t>r </a:t>
            </a:r>
            <a:r>
              <a:rPr lang="en-US" sz="2700" b="0" u="none" baseline="30000">
                <a:solidFill>
                  <a:schemeClr val="dk1"/>
                </a:solidFill>
                <a:latin typeface="Times New Roman"/>
                <a:ea typeface="Times New Roman"/>
                <a:cs typeface="Times New Roman"/>
                <a:sym typeface="Times New Roman"/>
              </a:rPr>
              <a:t>2  </a:t>
            </a:r>
            <a:r>
              <a:rPr lang="en-US" sz="3150" b="0" u="none">
                <a:solidFill>
                  <a:schemeClr val="dk1"/>
                </a:solidFill>
                <a:latin typeface="Noto Sans Symbols"/>
                <a:ea typeface="Noto Sans Symbols"/>
                <a:cs typeface="Noto Sans Symbols"/>
                <a:sym typeface="Noto Sans Symbols"/>
              </a:rPr>
              <a:t>−</a:t>
            </a:r>
            <a:r>
              <a:rPr lang="en-US" sz="3150" b="0" u="none">
                <a:solidFill>
                  <a:schemeClr val="dk1"/>
                </a:solidFill>
                <a:latin typeface="Times New Roman"/>
                <a:ea typeface="Times New Roman"/>
                <a:cs typeface="Times New Roman"/>
                <a:sym typeface="Times New Roman"/>
              </a:rPr>
              <a:t> </a:t>
            </a:r>
            <a:r>
              <a:rPr lang="en-US" sz="3150" b="0" i="1" u="none">
                <a:solidFill>
                  <a:schemeClr val="dk1"/>
                </a:solidFill>
                <a:latin typeface="Times New Roman"/>
                <a:ea typeface="Times New Roman"/>
                <a:cs typeface="Times New Roman"/>
                <a:sym typeface="Times New Roman"/>
              </a:rPr>
              <a:t>x</a:t>
            </a:r>
            <a:r>
              <a:rPr lang="en-US" sz="2700" b="0" u="none" baseline="30000">
                <a:solidFill>
                  <a:schemeClr val="dk1"/>
                </a:solidFill>
                <a:latin typeface="Times New Roman"/>
                <a:ea typeface="Times New Roman"/>
                <a:cs typeface="Times New Roman"/>
                <a:sym typeface="Times New Roman"/>
              </a:rPr>
              <a:t>2</a:t>
            </a:r>
            <a:endParaRPr sz="2700" b="0" u="none" baseline="30000">
              <a:solidFill>
                <a:schemeClr val="dk1"/>
              </a:solidFill>
              <a:latin typeface="Times New Roman"/>
              <a:ea typeface="Times New Roman"/>
              <a:cs typeface="Times New Roman"/>
              <a:sym typeface="Times New Roman"/>
            </a:endParaRPr>
          </a:p>
        </p:txBody>
      </p:sp>
      <p:sp>
        <p:nvSpPr>
          <p:cNvPr id="219" name="Google Shape;219;p8"/>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220" name="Google Shape;220;p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none">
                <a:solidFill>
                  <a:srgbClr val="898989"/>
                </a:solidFill>
                <a:latin typeface="Arial"/>
                <a:ea typeface="Arial"/>
                <a:cs typeface="Arial"/>
                <a:sym typeface="Arial"/>
              </a:rPr>
              <a:t>8</a:t>
            </a:fld>
            <a:endParaRPr sz="900" b="1" u="none">
              <a:solidFill>
                <a:srgbClr val="898989"/>
              </a:solidFill>
              <a:latin typeface="Arial"/>
              <a:ea typeface="Arial"/>
              <a:cs typeface="Arial"/>
              <a:sym typeface="Arial"/>
            </a:endParaRPr>
          </a:p>
        </p:txBody>
      </p:sp>
      <p:sp>
        <p:nvSpPr>
          <p:cNvPr id="221" name="Google Shape;221;p8"/>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294640" lvl="0" indent="0" algn="l" rtl="0">
              <a:lnSpc>
                <a:spcPct val="90000"/>
              </a:lnSpc>
              <a:spcBef>
                <a:spcPts val="0"/>
              </a:spcBef>
              <a:spcAft>
                <a:spcPts val="0"/>
              </a:spcAft>
              <a:buNone/>
            </a:pPr>
            <a:r>
              <a:rPr lang="en-US" sz="3800">
                <a:solidFill>
                  <a:schemeClr val="dk1"/>
                </a:solidFill>
                <a:latin typeface="Times New Roman"/>
                <a:ea typeface="Times New Roman"/>
                <a:cs typeface="Times New Roman"/>
                <a:sym typeface="Times New Roman"/>
              </a:rPr>
              <a:t>				</a:t>
            </a:r>
            <a:endParaRPr sz="3800">
              <a:solidFill>
                <a:schemeClr val="dk1"/>
              </a:solidFill>
              <a:latin typeface="Times New Roman"/>
              <a:ea typeface="Times New Roman"/>
              <a:cs typeface="Times New Roman"/>
              <a:sym typeface="Times New Roman"/>
            </a:endParaRPr>
          </a:p>
          <a:p>
            <a:pPr marL="294640" lvl="0" indent="0" algn="l" rtl="0">
              <a:lnSpc>
                <a:spcPct val="90000"/>
              </a:lnSpc>
              <a:spcBef>
                <a:spcPts val="0"/>
              </a:spcBef>
              <a:spcAft>
                <a:spcPts val="0"/>
              </a:spcAft>
              <a:buNone/>
            </a:pPr>
            <a:endParaRPr sz="3800" b="1">
              <a:solidFill>
                <a:schemeClr val="dk1"/>
              </a:solidFill>
              <a:latin typeface="Times New Roman"/>
              <a:ea typeface="Times New Roman"/>
              <a:cs typeface="Times New Roman"/>
              <a:sym typeface="Times New Roman"/>
            </a:endParaRPr>
          </a:p>
          <a:p>
            <a:pPr marL="294640" lvl="0" indent="0" algn="l" rtl="0">
              <a:lnSpc>
                <a:spcPct val="90000"/>
              </a:lnSpc>
              <a:spcBef>
                <a:spcPts val="0"/>
              </a:spcBef>
              <a:spcAft>
                <a:spcPts val="0"/>
              </a:spcAft>
              <a:buClr>
                <a:schemeClr val="dk1"/>
              </a:buClr>
              <a:buFont typeface="Arial"/>
              <a:buNone/>
            </a:pPr>
            <a:r>
              <a:rPr lang="en-US" sz="3800" b="1">
                <a:solidFill>
                  <a:schemeClr val="dk1"/>
                </a:solidFill>
                <a:latin typeface="Times New Roman"/>
                <a:ea typeface="Times New Roman"/>
                <a:cs typeface="Times New Roman"/>
                <a:sym typeface="Times New Roman"/>
              </a:rPr>
              <a:t>Cartesian form</a:t>
            </a:r>
            <a:br>
              <a:rPr lang="en-US" sz="3800" b="1">
                <a:solidFill>
                  <a:schemeClr val="dk1"/>
                </a:solidFill>
                <a:latin typeface="Times New Roman"/>
                <a:ea typeface="Times New Roman"/>
                <a:cs typeface="Times New Roman"/>
                <a:sym typeface="Times New Roman"/>
              </a:rPr>
            </a:br>
            <a:endParaRPr sz="3800" b="1">
              <a:solidFill>
                <a:schemeClr val="dk1"/>
              </a:solidFill>
              <a:latin typeface="Times New Roman"/>
              <a:ea typeface="Times New Roman"/>
              <a:cs typeface="Times New Roman"/>
              <a:sym typeface="Times New Roman"/>
            </a:endParaRPr>
          </a:p>
          <a:p>
            <a:pPr marL="0" lvl="0" indent="0" algn="l" rtl="0">
              <a:lnSpc>
                <a:spcPct val="90000"/>
              </a:lnSpc>
              <a:spcBef>
                <a:spcPts val="0"/>
              </a:spcBef>
              <a:spcAft>
                <a:spcPts val="0"/>
              </a:spcAft>
              <a:buNone/>
            </a:pPr>
            <a:endParaRPr sz="3300" b="1">
              <a:solidFill>
                <a:schemeClr val="dk1"/>
              </a:solidFill>
              <a:latin typeface="Calibri"/>
              <a:ea typeface="Calibri"/>
              <a:cs typeface="Calibri"/>
              <a:sym typeface="Calibri"/>
            </a:endParaRPr>
          </a:p>
        </p:txBody>
      </p:sp>
      <p:pic>
        <p:nvPicPr>
          <p:cNvPr id="222" name="Google Shape;222;p8"/>
          <p:cNvPicPr preferRelativeResize="0"/>
          <p:nvPr/>
        </p:nvPicPr>
        <p:blipFill rotWithShape="1">
          <a:blip r:embed="rId4">
            <a:alphaModFix/>
          </a:blip>
          <a:srcRect/>
          <a:stretch/>
        </p:blipFill>
        <p:spPr>
          <a:xfrm>
            <a:off x="8050200" y="151200"/>
            <a:ext cx="1371600" cy="685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9"/>
          <p:cNvSpPr/>
          <p:nvPr/>
        </p:nvSpPr>
        <p:spPr>
          <a:xfrm>
            <a:off x="4165600" y="71438"/>
            <a:ext cx="785813" cy="112236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dk1"/>
              </a:solidFill>
              <a:latin typeface="Calibri"/>
              <a:ea typeface="Calibri"/>
              <a:cs typeface="Calibri"/>
              <a:sym typeface="Calibri"/>
            </a:endParaRPr>
          </a:p>
        </p:txBody>
      </p:sp>
      <p:sp>
        <p:nvSpPr>
          <p:cNvPr id="228" name="Google Shape;228;p9"/>
          <p:cNvSpPr txBox="1"/>
          <p:nvPr/>
        </p:nvSpPr>
        <p:spPr>
          <a:xfrm>
            <a:off x="612775" y="1090613"/>
            <a:ext cx="5994400" cy="330200"/>
          </a:xfrm>
          <a:prstGeom prst="rect">
            <a:avLst/>
          </a:prstGeom>
          <a:noFill/>
          <a:ln>
            <a:noFill/>
          </a:ln>
        </p:spPr>
        <p:txBody>
          <a:bodyPr spcFirstLastPara="1" wrap="square" lIns="0" tIns="0" rIns="0" bIns="0" anchor="t" anchorCtr="0">
            <a:spAutoFit/>
          </a:bodyPr>
          <a:lstStyle/>
          <a:p>
            <a:pPr marL="355600" marR="0" lvl="0" indent="-342900" algn="l" rtl="0">
              <a:spcBef>
                <a:spcPts val="0"/>
              </a:spcBef>
              <a:spcAft>
                <a:spcPts val="0"/>
              </a:spcAft>
              <a:buClr>
                <a:schemeClr val="lt1"/>
              </a:buClr>
              <a:buSzPts val="2400"/>
              <a:buFont typeface="Georgia"/>
              <a:buChar char="•"/>
            </a:pPr>
            <a:r>
              <a:rPr lang="en-US" sz="2400" b="1" u="sng">
                <a:solidFill>
                  <a:schemeClr val="lt1"/>
                </a:solidFill>
                <a:latin typeface="Georgia"/>
                <a:ea typeface="Georgia"/>
                <a:cs typeface="Georgia"/>
                <a:sym typeface="Georgia"/>
              </a:rPr>
              <a:t>Step</a:t>
            </a:r>
            <a:r>
              <a:rPr lang="en-US" sz="2400" b="1" u="sng">
                <a:solidFill>
                  <a:schemeClr val="lt1"/>
                </a:solidFill>
                <a:latin typeface="Times New Roman"/>
                <a:ea typeface="Times New Roman"/>
                <a:cs typeface="Times New Roman"/>
                <a:sym typeface="Times New Roman"/>
              </a:rPr>
              <a:t> </a:t>
            </a:r>
            <a:r>
              <a:rPr lang="en-US" sz="2400" b="1" u="sng">
                <a:solidFill>
                  <a:schemeClr val="lt1"/>
                </a:solidFill>
                <a:latin typeface="Georgia"/>
                <a:ea typeface="Georgia"/>
                <a:cs typeface="Georgia"/>
                <a:sym typeface="Georgia"/>
              </a:rPr>
              <a:t>through</a:t>
            </a:r>
            <a:r>
              <a:rPr lang="en-US" sz="2400" b="1" u="sng">
                <a:solidFill>
                  <a:schemeClr val="lt1"/>
                </a:solidFill>
                <a:latin typeface="Times New Roman"/>
                <a:ea typeface="Times New Roman"/>
                <a:cs typeface="Times New Roman"/>
                <a:sym typeface="Times New Roman"/>
              </a:rPr>
              <a:t> </a:t>
            </a:r>
            <a:r>
              <a:rPr lang="en-US" sz="2400" b="1" i="1" u="sng">
                <a:solidFill>
                  <a:schemeClr val="lt1"/>
                </a:solidFill>
                <a:latin typeface="Georgia"/>
                <a:ea typeface="Georgia"/>
                <a:cs typeface="Georgia"/>
                <a:sym typeface="Georgia"/>
              </a:rPr>
              <a:t>x</a:t>
            </a:r>
            <a:r>
              <a:rPr lang="en-US" sz="2400" b="1" u="sng">
                <a:solidFill>
                  <a:schemeClr val="lt1"/>
                </a:solidFill>
                <a:latin typeface="Georgia"/>
                <a:ea typeface="Georgia"/>
                <a:cs typeface="Georgia"/>
                <a:sym typeface="Georgia"/>
              </a:rPr>
              <a:t>-axis</a:t>
            </a:r>
            <a:r>
              <a:rPr lang="en-US" sz="2400" b="1" u="sng">
                <a:solidFill>
                  <a:schemeClr val="lt1"/>
                </a:solidFill>
                <a:latin typeface="Times New Roman"/>
                <a:ea typeface="Times New Roman"/>
                <a:cs typeface="Times New Roman"/>
                <a:sym typeface="Times New Roman"/>
              </a:rPr>
              <a:t> </a:t>
            </a:r>
            <a:r>
              <a:rPr lang="en-US" sz="2400" b="1" u="sng">
                <a:solidFill>
                  <a:schemeClr val="lt1"/>
                </a:solidFill>
                <a:latin typeface="Georgia"/>
                <a:ea typeface="Georgia"/>
                <a:cs typeface="Georgia"/>
                <a:sym typeface="Georgia"/>
              </a:rPr>
              <a:t>to</a:t>
            </a:r>
            <a:r>
              <a:rPr lang="en-US" sz="2400" b="1" u="sng">
                <a:solidFill>
                  <a:schemeClr val="lt1"/>
                </a:solidFill>
                <a:latin typeface="Times New Roman"/>
                <a:ea typeface="Times New Roman"/>
                <a:cs typeface="Times New Roman"/>
                <a:sym typeface="Times New Roman"/>
              </a:rPr>
              <a:t> </a:t>
            </a:r>
            <a:r>
              <a:rPr lang="en-US" sz="2400" b="1" u="sng">
                <a:solidFill>
                  <a:schemeClr val="lt1"/>
                </a:solidFill>
                <a:latin typeface="Georgia"/>
                <a:ea typeface="Georgia"/>
                <a:cs typeface="Georgia"/>
                <a:sym typeface="Georgia"/>
              </a:rPr>
              <a:t>determine</a:t>
            </a:r>
            <a:r>
              <a:rPr lang="en-US" sz="2400" b="1" u="sng">
                <a:solidFill>
                  <a:schemeClr val="lt1"/>
                </a:solidFill>
                <a:latin typeface="Times New Roman"/>
                <a:ea typeface="Times New Roman"/>
                <a:cs typeface="Times New Roman"/>
                <a:sym typeface="Times New Roman"/>
              </a:rPr>
              <a:t> </a:t>
            </a:r>
            <a:r>
              <a:rPr lang="en-US" sz="2400" b="1" i="1" u="sng">
                <a:solidFill>
                  <a:schemeClr val="lt1"/>
                </a:solidFill>
                <a:latin typeface="Georgia"/>
                <a:ea typeface="Georgia"/>
                <a:cs typeface="Georgia"/>
                <a:sym typeface="Georgia"/>
              </a:rPr>
              <a:t>y-</a:t>
            </a:r>
            <a:r>
              <a:rPr lang="en-US" sz="2400" b="1" u="sng">
                <a:solidFill>
                  <a:schemeClr val="lt1"/>
                </a:solidFill>
                <a:latin typeface="Georgia"/>
                <a:ea typeface="Georgia"/>
                <a:cs typeface="Georgia"/>
                <a:sym typeface="Georgia"/>
              </a:rPr>
              <a:t>values</a:t>
            </a:r>
            <a:endParaRPr sz="2400" b="1" u="sng">
              <a:solidFill>
                <a:schemeClr val="lt1"/>
              </a:solidFill>
              <a:latin typeface="Georgia"/>
              <a:ea typeface="Georgia"/>
              <a:cs typeface="Georgia"/>
              <a:sym typeface="Georgia"/>
            </a:endParaRPr>
          </a:p>
        </p:txBody>
      </p:sp>
      <p:sp>
        <p:nvSpPr>
          <p:cNvPr id="229" name="Google Shape;229;p9"/>
          <p:cNvSpPr/>
          <p:nvPr/>
        </p:nvSpPr>
        <p:spPr>
          <a:xfrm>
            <a:off x="6215063" y="2551113"/>
            <a:ext cx="2411412" cy="2520950"/>
          </a:xfrm>
          <a:custGeom>
            <a:avLst/>
            <a:gdLst/>
            <a:ahLst/>
            <a:cxnLst/>
            <a:rect l="l" t="t" r="r" b="b"/>
            <a:pathLst>
              <a:path w="2411729" h="2520950" extrusionOk="0">
                <a:moveTo>
                  <a:pt x="0" y="2520958"/>
                </a:moveTo>
                <a:lnTo>
                  <a:pt x="2411348" y="2520958"/>
                </a:lnTo>
                <a:lnTo>
                  <a:pt x="2411348" y="0"/>
                </a:lnTo>
                <a:lnTo>
                  <a:pt x="0" y="0"/>
                </a:lnTo>
                <a:lnTo>
                  <a:pt x="0" y="2520958"/>
                </a:lnTo>
                <a:close/>
              </a:path>
            </a:pathLst>
          </a:custGeom>
          <a:solidFill>
            <a:srgbClr val="FFCC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30" name="Google Shape;230;p9"/>
          <p:cNvSpPr/>
          <p:nvPr/>
        </p:nvSpPr>
        <p:spPr>
          <a:xfrm>
            <a:off x="6215063" y="2551113"/>
            <a:ext cx="2411412" cy="2520950"/>
          </a:xfrm>
          <a:custGeom>
            <a:avLst/>
            <a:gdLst/>
            <a:ahLst/>
            <a:cxnLst/>
            <a:rect l="l" t="t" r="r" b="b"/>
            <a:pathLst>
              <a:path w="2411729" h="2520950" extrusionOk="0">
                <a:moveTo>
                  <a:pt x="0" y="2520958"/>
                </a:moveTo>
                <a:lnTo>
                  <a:pt x="2411348" y="2520958"/>
                </a:lnTo>
                <a:lnTo>
                  <a:pt x="2411348" y="0"/>
                </a:lnTo>
                <a:lnTo>
                  <a:pt x="0" y="0"/>
                </a:lnTo>
                <a:lnTo>
                  <a:pt x="0" y="2520958"/>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31" name="Google Shape;231;p9"/>
          <p:cNvSpPr/>
          <p:nvPr/>
        </p:nvSpPr>
        <p:spPr>
          <a:xfrm>
            <a:off x="1970088" y="2027238"/>
            <a:ext cx="368300" cy="346075"/>
          </a:xfrm>
          <a:custGeom>
            <a:avLst/>
            <a:gdLst/>
            <a:ahLst/>
            <a:cxnLst/>
            <a:rect l="l" t="t" r="r" b="b"/>
            <a:pathLst>
              <a:path w="368300" h="346075" extrusionOk="0">
                <a:moveTo>
                  <a:pt x="0" y="346079"/>
                </a:moveTo>
                <a:lnTo>
                  <a:pt x="368295" y="346079"/>
                </a:lnTo>
                <a:lnTo>
                  <a:pt x="368295" y="0"/>
                </a:lnTo>
                <a:lnTo>
                  <a:pt x="0" y="0"/>
                </a:lnTo>
                <a:lnTo>
                  <a:pt x="0" y="346079"/>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32" name="Google Shape;232;p9"/>
          <p:cNvSpPr/>
          <p:nvPr/>
        </p:nvSpPr>
        <p:spPr>
          <a:xfrm>
            <a:off x="2338388" y="2027238"/>
            <a:ext cx="368300" cy="346075"/>
          </a:xfrm>
          <a:custGeom>
            <a:avLst/>
            <a:gdLst/>
            <a:ahLst/>
            <a:cxnLst/>
            <a:rect l="l" t="t" r="r" b="b"/>
            <a:pathLst>
              <a:path w="368300" h="346075" extrusionOk="0">
                <a:moveTo>
                  <a:pt x="0" y="346079"/>
                </a:moveTo>
                <a:lnTo>
                  <a:pt x="368308" y="346079"/>
                </a:lnTo>
                <a:lnTo>
                  <a:pt x="368308" y="0"/>
                </a:lnTo>
                <a:lnTo>
                  <a:pt x="0" y="0"/>
                </a:lnTo>
                <a:lnTo>
                  <a:pt x="0" y="346079"/>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33" name="Google Shape;233;p9"/>
          <p:cNvSpPr/>
          <p:nvPr/>
        </p:nvSpPr>
        <p:spPr>
          <a:xfrm>
            <a:off x="2706688" y="2027238"/>
            <a:ext cx="366712" cy="346075"/>
          </a:xfrm>
          <a:custGeom>
            <a:avLst/>
            <a:gdLst/>
            <a:ahLst/>
            <a:cxnLst/>
            <a:rect l="l" t="t" r="r" b="b"/>
            <a:pathLst>
              <a:path w="367030" h="346075" extrusionOk="0">
                <a:moveTo>
                  <a:pt x="0" y="346079"/>
                </a:moveTo>
                <a:lnTo>
                  <a:pt x="366714" y="346079"/>
                </a:lnTo>
                <a:lnTo>
                  <a:pt x="366714" y="0"/>
                </a:lnTo>
                <a:lnTo>
                  <a:pt x="0" y="0"/>
                </a:lnTo>
                <a:lnTo>
                  <a:pt x="0" y="346079"/>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34" name="Google Shape;234;p9"/>
          <p:cNvSpPr/>
          <p:nvPr/>
        </p:nvSpPr>
        <p:spPr>
          <a:xfrm>
            <a:off x="3073400" y="2027238"/>
            <a:ext cx="366713" cy="346075"/>
          </a:xfrm>
          <a:custGeom>
            <a:avLst/>
            <a:gdLst/>
            <a:ahLst/>
            <a:cxnLst/>
            <a:rect l="l" t="t" r="r" b="b"/>
            <a:pathLst>
              <a:path w="367029" h="346075" extrusionOk="0">
                <a:moveTo>
                  <a:pt x="0" y="346079"/>
                </a:moveTo>
                <a:lnTo>
                  <a:pt x="366714" y="346079"/>
                </a:lnTo>
                <a:lnTo>
                  <a:pt x="366714" y="0"/>
                </a:lnTo>
                <a:lnTo>
                  <a:pt x="0" y="0"/>
                </a:lnTo>
                <a:lnTo>
                  <a:pt x="0" y="346079"/>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35" name="Google Shape;235;p9"/>
          <p:cNvSpPr/>
          <p:nvPr/>
        </p:nvSpPr>
        <p:spPr>
          <a:xfrm>
            <a:off x="3440113" y="2027238"/>
            <a:ext cx="368300" cy="346075"/>
          </a:xfrm>
          <a:custGeom>
            <a:avLst/>
            <a:gdLst/>
            <a:ahLst/>
            <a:cxnLst/>
            <a:rect l="l" t="t" r="r" b="b"/>
            <a:pathLst>
              <a:path w="368300" h="346075" extrusionOk="0">
                <a:moveTo>
                  <a:pt x="0" y="346079"/>
                </a:moveTo>
                <a:lnTo>
                  <a:pt x="368295" y="346079"/>
                </a:lnTo>
                <a:lnTo>
                  <a:pt x="368295" y="0"/>
                </a:lnTo>
                <a:lnTo>
                  <a:pt x="0" y="0"/>
                </a:lnTo>
                <a:lnTo>
                  <a:pt x="0" y="346079"/>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36" name="Google Shape;236;p9"/>
          <p:cNvSpPr/>
          <p:nvPr/>
        </p:nvSpPr>
        <p:spPr>
          <a:xfrm>
            <a:off x="3808413" y="2027238"/>
            <a:ext cx="368300" cy="346075"/>
          </a:xfrm>
          <a:custGeom>
            <a:avLst/>
            <a:gdLst/>
            <a:ahLst/>
            <a:cxnLst/>
            <a:rect l="l" t="t" r="r" b="b"/>
            <a:pathLst>
              <a:path w="368300" h="346075" extrusionOk="0">
                <a:moveTo>
                  <a:pt x="0" y="346079"/>
                </a:moveTo>
                <a:lnTo>
                  <a:pt x="368295" y="346079"/>
                </a:lnTo>
                <a:lnTo>
                  <a:pt x="368295" y="0"/>
                </a:lnTo>
                <a:lnTo>
                  <a:pt x="0" y="0"/>
                </a:lnTo>
                <a:lnTo>
                  <a:pt x="0" y="346079"/>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37" name="Google Shape;237;p9"/>
          <p:cNvSpPr/>
          <p:nvPr/>
        </p:nvSpPr>
        <p:spPr>
          <a:xfrm>
            <a:off x="1603375" y="2373313"/>
            <a:ext cx="366713" cy="381000"/>
          </a:xfrm>
          <a:custGeom>
            <a:avLst/>
            <a:gdLst/>
            <a:ahLst/>
            <a:cxnLst/>
            <a:rect l="l" t="t" r="r" b="b"/>
            <a:pathLst>
              <a:path w="367030" h="381000" extrusionOk="0">
                <a:moveTo>
                  <a:pt x="0" y="380999"/>
                </a:moveTo>
                <a:lnTo>
                  <a:pt x="366714" y="380999"/>
                </a:lnTo>
                <a:lnTo>
                  <a:pt x="366714" y="0"/>
                </a:lnTo>
                <a:lnTo>
                  <a:pt x="0" y="0"/>
                </a:lnTo>
                <a:lnTo>
                  <a:pt x="0" y="380999"/>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38" name="Google Shape;238;p9"/>
          <p:cNvSpPr/>
          <p:nvPr/>
        </p:nvSpPr>
        <p:spPr>
          <a:xfrm>
            <a:off x="4176713" y="2373313"/>
            <a:ext cx="366712" cy="381000"/>
          </a:xfrm>
          <a:custGeom>
            <a:avLst/>
            <a:gdLst/>
            <a:ahLst/>
            <a:cxnLst/>
            <a:rect l="l" t="t" r="r" b="b"/>
            <a:pathLst>
              <a:path w="367029" h="381000" extrusionOk="0">
                <a:moveTo>
                  <a:pt x="0" y="380999"/>
                </a:moveTo>
                <a:lnTo>
                  <a:pt x="366714" y="380999"/>
                </a:lnTo>
                <a:lnTo>
                  <a:pt x="366714" y="0"/>
                </a:lnTo>
                <a:lnTo>
                  <a:pt x="0" y="0"/>
                </a:lnTo>
                <a:lnTo>
                  <a:pt x="0" y="380999"/>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39" name="Google Shape;239;p9"/>
          <p:cNvSpPr/>
          <p:nvPr/>
        </p:nvSpPr>
        <p:spPr>
          <a:xfrm>
            <a:off x="1236663" y="3100388"/>
            <a:ext cx="366712" cy="342900"/>
          </a:xfrm>
          <a:custGeom>
            <a:avLst/>
            <a:gdLst/>
            <a:ahLst/>
            <a:cxnLst/>
            <a:rect l="l" t="t" r="r" b="b"/>
            <a:pathLst>
              <a:path w="367030" h="342900" extrusionOk="0">
                <a:moveTo>
                  <a:pt x="0" y="342899"/>
                </a:moveTo>
                <a:lnTo>
                  <a:pt x="366714" y="342899"/>
                </a:lnTo>
                <a:lnTo>
                  <a:pt x="366714" y="0"/>
                </a:lnTo>
                <a:lnTo>
                  <a:pt x="0" y="0"/>
                </a:lnTo>
                <a:lnTo>
                  <a:pt x="0" y="342899"/>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40" name="Google Shape;240;p9"/>
          <p:cNvSpPr/>
          <p:nvPr/>
        </p:nvSpPr>
        <p:spPr>
          <a:xfrm>
            <a:off x="4543425" y="3100388"/>
            <a:ext cx="366713" cy="342900"/>
          </a:xfrm>
          <a:custGeom>
            <a:avLst/>
            <a:gdLst/>
            <a:ahLst/>
            <a:cxnLst/>
            <a:rect l="l" t="t" r="r" b="b"/>
            <a:pathLst>
              <a:path w="367029" h="342900" extrusionOk="0">
                <a:moveTo>
                  <a:pt x="0" y="342899"/>
                </a:moveTo>
                <a:lnTo>
                  <a:pt x="366714" y="342899"/>
                </a:lnTo>
                <a:lnTo>
                  <a:pt x="366714" y="0"/>
                </a:lnTo>
                <a:lnTo>
                  <a:pt x="0" y="0"/>
                </a:lnTo>
                <a:lnTo>
                  <a:pt x="0" y="342899"/>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41" name="Google Shape;241;p9"/>
          <p:cNvSpPr/>
          <p:nvPr/>
        </p:nvSpPr>
        <p:spPr>
          <a:xfrm>
            <a:off x="1236663" y="4132263"/>
            <a:ext cx="366712" cy="344487"/>
          </a:xfrm>
          <a:custGeom>
            <a:avLst/>
            <a:gdLst/>
            <a:ahLst/>
            <a:cxnLst/>
            <a:rect l="l" t="t" r="r" b="b"/>
            <a:pathLst>
              <a:path w="367030" h="344804" extrusionOk="0">
                <a:moveTo>
                  <a:pt x="0" y="344484"/>
                </a:moveTo>
                <a:lnTo>
                  <a:pt x="366714" y="344484"/>
                </a:lnTo>
                <a:lnTo>
                  <a:pt x="366714" y="0"/>
                </a:lnTo>
                <a:lnTo>
                  <a:pt x="0" y="0"/>
                </a:lnTo>
                <a:lnTo>
                  <a:pt x="0" y="344484"/>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42" name="Google Shape;242;p9"/>
          <p:cNvSpPr/>
          <p:nvPr/>
        </p:nvSpPr>
        <p:spPr>
          <a:xfrm>
            <a:off x="4543425" y="4132263"/>
            <a:ext cx="366713" cy="344487"/>
          </a:xfrm>
          <a:custGeom>
            <a:avLst/>
            <a:gdLst/>
            <a:ahLst/>
            <a:cxnLst/>
            <a:rect l="l" t="t" r="r" b="b"/>
            <a:pathLst>
              <a:path w="367029" h="344804" extrusionOk="0">
                <a:moveTo>
                  <a:pt x="0" y="344484"/>
                </a:moveTo>
                <a:lnTo>
                  <a:pt x="366714" y="344484"/>
                </a:lnTo>
                <a:lnTo>
                  <a:pt x="366714" y="0"/>
                </a:lnTo>
                <a:lnTo>
                  <a:pt x="0" y="0"/>
                </a:lnTo>
                <a:lnTo>
                  <a:pt x="0" y="344484"/>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43" name="Google Shape;243;p9"/>
          <p:cNvSpPr/>
          <p:nvPr/>
        </p:nvSpPr>
        <p:spPr>
          <a:xfrm>
            <a:off x="1603375" y="4837113"/>
            <a:ext cx="366713" cy="327025"/>
          </a:xfrm>
          <a:custGeom>
            <a:avLst/>
            <a:gdLst/>
            <a:ahLst/>
            <a:cxnLst/>
            <a:rect l="l" t="t" r="r" b="b"/>
            <a:pathLst>
              <a:path w="367030" h="327025" extrusionOk="0">
                <a:moveTo>
                  <a:pt x="0" y="327029"/>
                </a:moveTo>
                <a:lnTo>
                  <a:pt x="366714" y="327029"/>
                </a:lnTo>
                <a:lnTo>
                  <a:pt x="366714" y="0"/>
                </a:lnTo>
                <a:lnTo>
                  <a:pt x="0" y="0"/>
                </a:lnTo>
                <a:lnTo>
                  <a:pt x="0" y="327029"/>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44" name="Google Shape;244;p9"/>
          <p:cNvSpPr/>
          <p:nvPr/>
        </p:nvSpPr>
        <p:spPr>
          <a:xfrm>
            <a:off x="4176713" y="4837113"/>
            <a:ext cx="366712" cy="327025"/>
          </a:xfrm>
          <a:custGeom>
            <a:avLst/>
            <a:gdLst/>
            <a:ahLst/>
            <a:cxnLst/>
            <a:rect l="l" t="t" r="r" b="b"/>
            <a:pathLst>
              <a:path w="367029" h="327025" extrusionOk="0">
                <a:moveTo>
                  <a:pt x="0" y="327029"/>
                </a:moveTo>
                <a:lnTo>
                  <a:pt x="366714" y="327029"/>
                </a:lnTo>
                <a:lnTo>
                  <a:pt x="366714" y="0"/>
                </a:lnTo>
                <a:lnTo>
                  <a:pt x="0" y="0"/>
                </a:lnTo>
                <a:lnTo>
                  <a:pt x="0" y="327029"/>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45" name="Google Shape;245;p9"/>
          <p:cNvSpPr/>
          <p:nvPr/>
        </p:nvSpPr>
        <p:spPr>
          <a:xfrm>
            <a:off x="1970088" y="5164138"/>
            <a:ext cx="368300" cy="344487"/>
          </a:xfrm>
          <a:custGeom>
            <a:avLst/>
            <a:gdLst/>
            <a:ahLst/>
            <a:cxnLst/>
            <a:rect l="l" t="t" r="r" b="b"/>
            <a:pathLst>
              <a:path w="368300" h="344804" extrusionOk="0">
                <a:moveTo>
                  <a:pt x="0" y="344494"/>
                </a:moveTo>
                <a:lnTo>
                  <a:pt x="368295" y="344494"/>
                </a:lnTo>
                <a:lnTo>
                  <a:pt x="368295" y="0"/>
                </a:lnTo>
                <a:lnTo>
                  <a:pt x="0" y="0"/>
                </a:lnTo>
                <a:lnTo>
                  <a:pt x="0" y="344494"/>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46" name="Google Shape;246;p9"/>
          <p:cNvSpPr/>
          <p:nvPr/>
        </p:nvSpPr>
        <p:spPr>
          <a:xfrm>
            <a:off x="2338388" y="5164138"/>
            <a:ext cx="368300" cy="344487"/>
          </a:xfrm>
          <a:custGeom>
            <a:avLst/>
            <a:gdLst/>
            <a:ahLst/>
            <a:cxnLst/>
            <a:rect l="l" t="t" r="r" b="b"/>
            <a:pathLst>
              <a:path w="368300" h="344804" extrusionOk="0">
                <a:moveTo>
                  <a:pt x="0" y="344494"/>
                </a:moveTo>
                <a:lnTo>
                  <a:pt x="368308" y="344494"/>
                </a:lnTo>
                <a:lnTo>
                  <a:pt x="368308" y="0"/>
                </a:lnTo>
                <a:lnTo>
                  <a:pt x="0" y="0"/>
                </a:lnTo>
                <a:lnTo>
                  <a:pt x="0" y="344494"/>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47" name="Google Shape;247;p9"/>
          <p:cNvSpPr/>
          <p:nvPr/>
        </p:nvSpPr>
        <p:spPr>
          <a:xfrm>
            <a:off x="2706688" y="5164138"/>
            <a:ext cx="366712" cy="344487"/>
          </a:xfrm>
          <a:custGeom>
            <a:avLst/>
            <a:gdLst/>
            <a:ahLst/>
            <a:cxnLst/>
            <a:rect l="l" t="t" r="r" b="b"/>
            <a:pathLst>
              <a:path w="367030" h="344804" extrusionOk="0">
                <a:moveTo>
                  <a:pt x="0" y="344494"/>
                </a:moveTo>
                <a:lnTo>
                  <a:pt x="366714" y="344494"/>
                </a:lnTo>
                <a:lnTo>
                  <a:pt x="366714" y="0"/>
                </a:lnTo>
                <a:lnTo>
                  <a:pt x="0" y="0"/>
                </a:lnTo>
                <a:lnTo>
                  <a:pt x="0" y="344494"/>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48" name="Google Shape;248;p9"/>
          <p:cNvSpPr/>
          <p:nvPr/>
        </p:nvSpPr>
        <p:spPr>
          <a:xfrm>
            <a:off x="3073400" y="5164138"/>
            <a:ext cx="366713" cy="344487"/>
          </a:xfrm>
          <a:custGeom>
            <a:avLst/>
            <a:gdLst/>
            <a:ahLst/>
            <a:cxnLst/>
            <a:rect l="l" t="t" r="r" b="b"/>
            <a:pathLst>
              <a:path w="367029" h="344804" extrusionOk="0">
                <a:moveTo>
                  <a:pt x="0" y="344494"/>
                </a:moveTo>
                <a:lnTo>
                  <a:pt x="366714" y="344494"/>
                </a:lnTo>
                <a:lnTo>
                  <a:pt x="366714" y="0"/>
                </a:lnTo>
                <a:lnTo>
                  <a:pt x="0" y="0"/>
                </a:lnTo>
                <a:lnTo>
                  <a:pt x="0" y="344494"/>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49" name="Google Shape;249;p9"/>
          <p:cNvSpPr/>
          <p:nvPr/>
        </p:nvSpPr>
        <p:spPr>
          <a:xfrm>
            <a:off x="3440113" y="5164138"/>
            <a:ext cx="368300" cy="344487"/>
          </a:xfrm>
          <a:custGeom>
            <a:avLst/>
            <a:gdLst/>
            <a:ahLst/>
            <a:cxnLst/>
            <a:rect l="l" t="t" r="r" b="b"/>
            <a:pathLst>
              <a:path w="368300" h="344804" extrusionOk="0">
                <a:moveTo>
                  <a:pt x="0" y="344494"/>
                </a:moveTo>
                <a:lnTo>
                  <a:pt x="368295" y="344494"/>
                </a:lnTo>
                <a:lnTo>
                  <a:pt x="368295" y="0"/>
                </a:lnTo>
                <a:lnTo>
                  <a:pt x="0" y="0"/>
                </a:lnTo>
                <a:lnTo>
                  <a:pt x="0" y="344494"/>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50" name="Google Shape;250;p9"/>
          <p:cNvSpPr/>
          <p:nvPr/>
        </p:nvSpPr>
        <p:spPr>
          <a:xfrm>
            <a:off x="3808413" y="5164138"/>
            <a:ext cx="368300" cy="344487"/>
          </a:xfrm>
          <a:custGeom>
            <a:avLst/>
            <a:gdLst/>
            <a:ahLst/>
            <a:cxnLst/>
            <a:rect l="l" t="t" r="r" b="b"/>
            <a:pathLst>
              <a:path w="368300" h="344804" extrusionOk="0">
                <a:moveTo>
                  <a:pt x="0" y="344494"/>
                </a:moveTo>
                <a:lnTo>
                  <a:pt x="368295" y="344494"/>
                </a:lnTo>
                <a:lnTo>
                  <a:pt x="368295" y="0"/>
                </a:lnTo>
                <a:lnTo>
                  <a:pt x="0" y="0"/>
                </a:lnTo>
                <a:lnTo>
                  <a:pt x="0" y="344494"/>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51" name="Google Shape;251;p9"/>
          <p:cNvSpPr/>
          <p:nvPr/>
        </p:nvSpPr>
        <p:spPr>
          <a:xfrm>
            <a:off x="868363" y="1674813"/>
            <a:ext cx="0" cy="4184650"/>
          </a:xfrm>
          <a:custGeom>
            <a:avLst/>
            <a:gdLst/>
            <a:ahLst/>
            <a:cxnLst/>
            <a:rect l="l" t="t" r="r" b="b"/>
            <a:pathLst>
              <a:path w="120000" h="4184650" extrusionOk="0">
                <a:moveTo>
                  <a:pt x="0" y="0"/>
                </a:moveTo>
                <a:lnTo>
                  <a:pt x="0" y="4184583"/>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52" name="Google Shape;252;p9"/>
          <p:cNvSpPr/>
          <p:nvPr/>
        </p:nvSpPr>
        <p:spPr>
          <a:xfrm>
            <a:off x="1236663" y="1674813"/>
            <a:ext cx="0" cy="4184650"/>
          </a:xfrm>
          <a:custGeom>
            <a:avLst/>
            <a:gdLst/>
            <a:ahLst/>
            <a:cxnLst/>
            <a:rect l="l" t="t" r="r" b="b"/>
            <a:pathLst>
              <a:path w="120000" h="4184650" extrusionOk="0">
                <a:moveTo>
                  <a:pt x="0" y="0"/>
                </a:moveTo>
                <a:lnTo>
                  <a:pt x="0" y="4184583"/>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53" name="Google Shape;253;p9"/>
          <p:cNvSpPr/>
          <p:nvPr/>
        </p:nvSpPr>
        <p:spPr>
          <a:xfrm>
            <a:off x="1603375" y="1674813"/>
            <a:ext cx="0" cy="4184650"/>
          </a:xfrm>
          <a:custGeom>
            <a:avLst/>
            <a:gdLst/>
            <a:ahLst/>
            <a:cxnLst/>
            <a:rect l="l" t="t" r="r" b="b"/>
            <a:pathLst>
              <a:path w="120000" h="4184650" extrusionOk="0">
                <a:moveTo>
                  <a:pt x="0" y="0"/>
                </a:moveTo>
                <a:lnTo>
                  <a:pt x="0" y="4184583"/>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54" name="Google Shape;254;p9"/>
          <p:cNvSpPr/>
          <p:nvPr/>
        </p:nvSpPr>
        <p:spPr>
          <a:xfrm>
            <a:off x="1970088" y="1674813"/>
            <a:ext cx="0" cy="4184650"/>
          </a:xfrm>
          <a:custGeom>
            <a:avLst/>
            <a:gdLst/>
            <a:ahLst/>
            <a:cxnLst/>
            <a:rect l="l" t="t" r="r" b="b"/>
            <a:pathLst>
              <a:path w="120000" h="4184650" extrusionOk="0">
                <a:moveTo>
                  <a:pt x="0" y="0"/>
                </a:moveTo>
                <a:lnTo>
                  <a:pt x="0" y="4184583"/>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55" name="Google Shape;255;p9"/>
          <p:cNvSpPr/>
          <p:nvPr/>
        </p:nvSpPr>
        <p:spPr>
          <a:xfrm>
            <a:off x="2338388" y="1674813"/>
            <a:ext cx="0" cy="4184650"/>
          </a:xfrm>
          <a:custGeom>
            <a:avLst/>
            <a:gdLst/>
            <a:ahLst/>
            <a:cxnLst/>
            <a:rect l="l" t="t" r="r" b="b"/>
            <a:pathLst>
              <a:path w="120000" h="4184650" extrusionOk="0">
                <a:moveTo>
                  <a:pt x="0" y="0"/>
                </a:moveTo>
                <a:lnTo>
                  <a:pt x="0" y="4184583"/>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56" name="Google Shape;256;p9"/>
          <p:cNvSpPr/>
          <p:nvPr/>
        </p:nvSpPr>
        <p:spPr>
          <a:xfrm>
            <a:off x="2706688" y="1674813"/>
            <a:ext cx="0" cy="4184650"/>
          </a:xfrm>
          <a:custGeom>
            <a:avLst/>
            <a:gdLst/>
            <a:ahLst/>
            <a:cxnLst/>
            <a:rect l="l" t="t" r="r" b="b"/>
            <a:pathLst>
              <a:path w="120000" h="4184650" extrusionOk="0">
                <a:moveTo>
                  <a:pt x="0" y="0"/>
                </a:moveTo>
                <a:lnTo>
                  <a:pt x="0" y="4184583"/>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57" name="Google Shape;257;p9"/>
          <p:cNvSpPr/>
          <p:nvPr/>
        </p:nvSpPr>
        <p:spPr>
          <a:xfrm>
            <a:off x="3073400" y="1674813"/>
            <a:ext cx="0" cy="4184650"/>
          </a:xfrm>
          <a:custGeom>
            <a:avLst/>
            <a:gdLst/>
            <a:ahLst/>
            <a:cxnLst/>
            <a:rect l="l" t="t" r="r" b="b"/>
            <a:pathLst>
              <a:path w="120000" h="4184650" extrusionOk="0">
                <a:moveTo>
                  <a:pt x="0" y="0"/>
                </a:moveTo>
                <a:lnTo>
                  <a:pt x="0" y="4184583"/>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58" name="Google Shape;258;p9"/>
          <p:cNvSpPr/>
          <p:nvPr/>
        </p:nvSpPr>
        <p:spPr>
          <a:xfrm>
            <a:off x="3440113" y="1674813"/>
            <a:ext cx="0" cy="4184650"/>
          </a:xfrm>
          <a:custGeom>
            <a:avLst/>
            <a:gdLst/>
            <a:ahLst/>
            <a:cxnLst/>
            <a:rect l="l" t="t" r="r" b="b"/>
            <a:pathLst>
              <a:path w="120000" h="4184650" extrusionOk="0">
                <a:moveTo>
                  <a:pt x="0" y="0"/>
                </a:moveTo>
                <a:lnTo>
                  <a:pt x="0" y="4184583"/>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59" name="Google Shape;259;p9"/>
          <p:cNvSpPr/>
          <p:nvPr/>
        </p:nvSpPr>
        <p:spPr>
          <a:xfrm>
            <a:off x="3808413" y="1674813"/>
            <a:ext cx="0" cy="4184650"/>
          </a:xfrm>
          <a:custGeom>
            <a:avLst/>
            <a:gdLst/>
            <a:ahLst/>
            <a:cxnLst/>
            <a:rect l="l" t="t" r="r" b="b"/>
            <a:pathLst>
              <a:path w="120000" h="4184650" extrusionOk="0">
                <a:moveTo>
                  <a:pt x="0" y="0"/>
                </a:moveTo>
                <a:lnTo>
                  <a:pt x="0" y="4184583"/>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60" name="Google Shape;260;p9"/>
          <p:cNvSpPr/>
          <p:nvPr/>
        </p:nvSpPr>
        <p:spPr>
          <a:xfrm>
            <a:off x="4176713" y="1674813"/>
            <a:ext cx="0" cy="4184650"/>
          </a:xfrm>
          <a:custGeom>
            <a:avLst/>
            <a:gdLst/>
            <a:ahLst/>
            <a:cxnLst/>
            <a:rect l="l" t="t" r="r" b="b"/>
            <a:pathLst>
              <a:path w="120000" h="4184650" extrusionOk="0">
                <a:moveTo>
                  <a:pt x="0" y="0"/>
                </a:moveTo>
                <a:lnTo>
                  <a:pt x="0" y="4184583"/>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61" name="Google Shape;261;p9"/>
          <p:cNvSpPr/>
          <p:nvPr/>
        </p:nvSpPr>
        <p:spPr>
          <a:xfrm>
            <a:off x="4543425" y="1674813"/>
            <a:ext cx="0" cy="4184650"/>
          </a:xfrm>
          <a:custGeom>
            <a:avLst/>
            <a:gdLst/>
            <a:ahLst/>
            <a:cxnLst/>
            <a:rect l="l" t="t" r="r" b="b"/>
            <a:pathLst>
              <a:path w="120000" h="4184650" extrusionOk="0">
                <a:moveTo>
                  <a:pt x="0" y="0"/>
                </a:moveTo>
                <a:lnTo>
                  <a:pt x="0" y="4184583"/>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62" name="Google Shape;262;p9"/>
          <p:cNvSpPr/>
          <p:nvPr/>
        </p:nvSpPr>
        <p:spPr>
          <a:xfrm>
            <a:off x="4910138" y="1674813"/>
            <a:ext cx="0" cy="4184650"/>
          </a:xfrm>
          <a:custGeom>
            <a:avLst/>
            <a:gdLst/>
            <a:ahLst/>
            <a:cxnLst/>
            <a:rect l="l" t="t" r="r" b="b"/>
            <a:pathLst>
              <a:path w="120000" h="4184650" extrusionOk="0">
                <a:moveTo>
                  <a:pt x="0" y="0"/>
                </a:moveTo>
                <a:lnTo>
                  <a:pt x="0" y="4184583"/>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63" name="Google Shape;263;p9"/>
          <p:cNvSpPr/>
          <p:nvPr/>
        </p:nvSpPr>
        <p:spPr>
          <a:xfrm>
            <a:off x="5280025" y="1674813"/>
            <a:ext cx="0" cy="4184650"/>
          </a:xfrm>
          <a:custGeom>
            <a:avLst/>
            <a:gdLst/>
            <a:ahLst/>
            <a:cxnLst/>
            <a:rect l="l" t="t" r="r" b="b"/>
            <a:pathLst>
              <a:path w="120000" h="4184650" extrusionOk="0">
                <a:moveTo>
                  <a:pt x="0" y="0"/>
                </a:moveTo>
                <a:lnTo>
                  <a:pt x="0" y="4184583"/>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64" name="Google Shape;264;p9"/>
          <p:cNvSpPr/>
          <p:nvPr/>
        </p:nvSpPr>
        <p:spPr>
          <a:xfrm>
            <a:off x="493713" y="2027238"/>
            <a:ext cx="5159375" cy="0"/>
          </a:xfrm>
          <a:custGeom>
            <a:avLst/>
            <a:gdLst/>
            <a:ahLst/>
            <a:cxnLst/>
            <a:rect l="l" t="t" r="r" b="b"/>
            <a:pathLst>
              <a:path w="5160010" h="120000" extrusionOk="0">
                <a:moveTo>
                  <a:pt x="0" y="0"/>
                </a:moveTo>
                <a:lnTo>
                  <a:pt x="5159440" y="0"/>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65" name="Google Shape;265;p9"/>
          <p:cNvSpPr/>
          <p:nvPr/>
        </p:nvSpPr>
        <p:spPr>
          <a:xfrm>
            <a:off x="493713" y="2373313"/>
            <a:ext cx="5159375" cy="0"/>
          </a:xfrm>
          <a:custGeom>
            <a:avLst/>
            <a:gdLst/>
            <a:ahLst/>
            <a:cxnLst/>
            <a:rect l="l" t="t" r="r" b="b"/>
            <a:pathLst>
              <a:path w="5160010" h="120000" extrusionOk="0">
                <a:moveTo>
                  <a:pt x="0" y="0"/>
                </a:moveTo>
                <a:lnTo>
                  <a:pt x="5159440" y="0"/>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66" name="Google Shape;266;p9"/>
          <p:cNvSpPr/>
          <p:nvPr/>
        </p:nvSpPr>
        <p:spPr>
          <a:xfrm>
            <a:off x="493713" y="2754313"/>
            <a:ext cx="5159375" cy="0"/>
          </a:xfrm>
          <a:custGeom>
            <a:avLst/>
            <a:gdLst/>
            <a:ahLst/>
            <a:cxnLst/>
            <a:rect l="l" t="t" r="r" b="b"/>
            <a:pathLst>
              <a:path w="5160010" h="120000" extrusionOk="0">
                <a:moveTo>
                  <a:pt x="0" y="0"/>
                </a:moveTo>
                <a:lnTo>
                  <a:pt x="5159440" y="0"/>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67" name="Google Shape;267;p9"/>
          <p:cNvSpPr/>
          <p:nvPr/>
        </p:nvSpPr>
        <p:spPr>
          <a:xfrm>
            <a:off x="493713" y="3100388"/>
            <a:ext cx="5159375" cy="0"/>
          </a:xfrm>
          <a:custGeom>
            <a:avLst/>
            <a:gdLst/>
            <a:ahLst/>
            <a:cxnLst/>
            <a:rect l="l" t="t" r="r" b="b"/>
            <a:pathLst>
              <a:path w="5160010" h="120000" extrusionOk="0">
                <a:moveTo>
                  <a:pt x="0" y="0"/>
                </a:moveTo>
                <a:lnTo>
                  <a:pt x="5159440" y="0"/>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68" name="Google Shape;268;p9"/>
          <p:cNvSpPr/>
          <p:nvPr/>
        </p:nvSpPr>
        <p:spPr>
          <a:xfrm>
            <a:off x="493713" y="3443288"/>
            <a:ext cx="5159375" cy="0"/>
          </a:xfrm>
          <a:custGeom>
            <a:avLst/>
            <a:gdLst/>
            <a:ahLst/>
            <a:cxnLst/>
            <a:rect l="l" t="t" r="r" b="b"/>
            <a:pathLst>
              <a:path w="5160010" h="120000" extrusionOk="0">
                <a:moveTo>
                  <a:pt x="0" y="0"/>
                </a:moveTo>
                <a:lnTo>
                  <a:pt x="5159440" y="0"/>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69" name="Google Shape;269;p9"/>
          <p:cNvSpPr/>
          <p:nvPr/>
        </p:nvSpPr>
        <p:spPr>
          <a:xfrm>
            <a:off x="493713" y="3787775"/>
            <a:ext cx="5159375" cy="0"/>
          </a:xfrm>
          <a:custGeom>
            <a:avLst/>
            <a:gdLst/>
            <a:ahLst/>
            <a:cxnLst/>
            <a:rect l="l" t="t" r="r" b="b"/>
            <a:pathLst>
              <a:path w="5160010" h="120000" extrusionOk="0">
                <a:moveTo>
                  <a:pt x="0" y="0"/>
                </a:moveTo>
                <a:lnTo>
                  <a:pt x="5159440" y="0"/>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70" name="Google Shape;270;p9"/>
          <p:cNvSpPr/>
          <p:nvPr/>
        </p:nvSpPr>
        <p:spPr>
          <a:xfrm>
            <a:off x="493713" y="4132263"/>
            <a:ext cx="5159375" cy="0"/>
          </a:xfrm>
          <a:custGeom>
            <a:avLst/>
            <a:gdLst/>
            <a:ahLst/>
            <a:cxnLst/>
            <a:rect l="l" t="t" r="r" b="b"/>
            <a:pathLst>
              <a:path w="5160010" h="120000" extrusionOk="0">
                <a:moveTo>
                  <a:pt x="0" y="0"/>
                </a:moveTo>
                <a:lnTo>
                  <a:pt x="5159440" y="0"/>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71" name="Google Shape;271;p9"/>
          <p:cNvSpPr/>
          <p:nvPr/>
        </p:nvSpPr>
        <p:spPr>
          <a:xfrm>
            <a:off x="493713" y="4476750"/>
            <a:ext cx="5159375" cy="0"/>
          </a:xfrm>
          <a:custGeom>
            <a:avLst/>
            <a:gdLst/>
            <a:ahLst/>
            <a:cxnLst/>
            <a:rect l="l" t="t" r="r" b="b"/>
            <a:pathLst>
              <a:path w="5160010" h="120000" extrusionOk="0">
                <a:moveTo>
                  <a:pt x="0" y="0"/>
                </a:moveTo>
                <a:lnTo>
                  <a:pt x="5159440" y="0"/>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72" name="Google Shape;272;p9"/>
          <p:cNvSpPr/>
          <p:nvPr/>
        </p:nvSpPr>
        <p:spPr>
          <a:xfrm>
            <a:off x="493713" y="4837113"/>
            <a:ext cx="5159375" cy="0"/>
          </a:xfrm>
          <a:custGeom>
            <a:avLst/>
            <a:gdLst/>
            <a:ahLst/>
            <a:cxnLst/>
            <a:rect l="l" t="t" r="r" b="b"/>
            <a:pathLst>
              <a:path w="5160010" h="120000" extrusionOk="0">
                <a:moveTo>
                  <a:pt x="0" y="0"/>
                </a:moveTo>
                <a:lnTo>
                  <a:pt x="5159440" y="0"/>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73" name="Google Shape;273;p9"/>
          <p:cNvSpPr/>
          <p:nvPr/>
        </p:nvSpPr>
        <p:spPr>
          <a:xfrm>
            <a:off x="493713" y="5164138"/>
            <a:ext cx="5159375" cy="0"/>
          </a:xfrm>
          <a:custGeom>
            <a:avLst/>
            <a:gdLst/>
            <a:ahLst/>
            <a:cxnLst/>
            <a:rect l="l" t="t" r="r" b="b"/>
            <a:pathLst>
              <a:path w="5160010" h="120000" extrusionOk="0">
                <a:moveTo>
                  <a:pt x="0" y="0"/>
                </a:moveTo>
                <a:lnTo>
                  <a:pt x="5159440" y="0"/>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74" name="Google Shape;274;p9"/>
          <p:cNvSpPr/>
          <p:nvPr/>
        </p:nvSpPr>
        <p:spPr>
          <a:xfrm>
            <a:off x="493713" y="5508625"/>
            <a:ext cx="5159375" cy="0"/>
          </a:xfrm>
          <a:custGeom>
            <a:avLst/>
            <a:gdLst/>
            <a:ahLst/>
            <a:cxnLst/>
            <a:rect l="l" t="t" r="r" b="b"/>
            <a:pathLst>
              <a:path w="5160010" h="120000" extrusionOk="0">
                <a:moveTo>
                  <a:pt x="0" y="0"/>
                </a:moveTo>
                <a:lnTo>
                  <a:pt x="5159440" y="0"/>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75" name="Google Shape;275;p9"/>
          <p:cNvSpPr/>
          <p:nvPr/>
        </p:nvSpPr>
        <p:spPr>
          <a:xfrm>
            <a:off x="500063" y="1674813"/>
            <a:ext cx="0" cy="4184650"/>
          </a:xfrm>
          <a:custGeom>
            <a:avLst/>
            <a:gdLst/>
            <a:ahLst/>
            <a:cxnLst/>
            <a:rect l="l" t="t" r="r" b="b"/>
            <a:pathLst>
              <a:path w="120000" h="4184650" extrusionOk="0">
                <a:moveTo>
                  <a:pt x="0" y="0"/>
                </a:moveTo>
                <a:lnTo>
                  <a:pt x="0" y="4184583"/>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76" name="Google Shape;276;p9"/>
          <p:cNvSpPr/>
          <p:nvPr/>
        </p:nvSpPr>
        <p:spPr>
          <a:xfrm>
            <a:off x="5646738" y="1674813"/>
            <a:ext cx="0" cy="4184650"/>
          </a:xfrm>
          <a:custGeom>
            <a:avLst/>
            <a:gdLst/>
            <a:ahLst/>
            <a:cxnLst/>
            <a:rect l="l" t="t" r="r" b="b"/>
            <a:pathLst>
              <a:path w="120000" h="4184650" extrusionOk="0">
                <a:moveTo>
                  <a:pt x="0" y="0"/>
                </a:moveTo>
                <a:lnTo>
                  <a:pt x="0" y="4184583"/>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77" name="Google Shape;277;p9"/>
          <p:cNvSpPr/>
          <p:nvPr/>
        </p:nvSpPr>
        <p:spPr>
          <a:xfrm>
            <a:off x="493713" y="1681163"/>
            <a:ext cx="5159375" cy="0"/>
          </a:xfrm>
          <a:custGeom>
            <a:avLst/>
            <a:gdLst/>
            <a:ahLst/>
            <a:cxnLst/>
            <a:rect l="l" t="t" r="r" b="b"/>
            <a:pathLst>
              <a:path w="5160010" h="120000" extrusionOk="0">
                <a:moveTo>
                  <a:pt x="0" y="0"/>
                </a:moveTo>
                <a:lnTo>
                  <a:pt x="5159440" y="0"/>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78" name="Google Shape;278;p9"/>
          <p:cNvSpPr/>
          <p:nvPr/>
        </p:nvSpPr>
        <p:spPr>
          <a:xfrm>
            <a:off x="493713" y="5853113"/>
            <a:ext cx="5159375" cy="0"/>
          </a:xfrm>
          <a:custGeom>
            <a:avLst/>
            <a:gdLst/>
            <a:ahLst/>
            <a:cxnLst/>
            <a:rect l="l" t="t" r="r" b="b"/>
            <a:pathLst>
              <a:path w="5160010" h="120000" extrusionOk="0">
                <a:moveTo>
                  <a:pt x="0" y="0"/>
                </a:moveTo>
                <a:lnTo>
                  <a:pt x="5159440" y="0"/>
                </a:lnTo>
              </a:path>
            </a:pathLst>
          </a:custGeom>
          <a:noFill/>
          <a:ln w="12700"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79" name="Google Shape;279;p9"/>
          <p:cNvSpPr/>
          <p:nvPr/>
        </p:nvSpPr>
        <p:spPr>
          <a:xfrm>
            <a:off x="3016250" y="1465263"/>
            <a:ext cx="95250" cy="4551362"/>
          </a:xfrm>
          <a:custGeom>
            <a:avLst/>
            <a:gdLst/>
            <a:ahLst/>
            <a:cxnLst/>
            <a:rect l="l" t="t" r="r" b="b"/>
            <a:pathLst>
              <a:path w="95250" h="4551680" extrusionOk="0">
                <a:moveTo>
                  <a:pt x="63508" y="95290"/>
                </a:moveTo>
                <a:lnTo>
                  <a:pt x="31754" y="95331"/>
                </a:lnTo>
                <a:lnTo>
                  <a:pt x="31754" y="4551425"/>
                </a:lnTo>
                <a:lnTo>
                  <a:pt x="63508" y="4551425"/>
                </a:lnTo>
                <a:lnTo>
                  <a:pt x="63508" y="95290"/>
                </a:lnTo>
                <a:close/>
              </a:path>
              <a:path w="95250" h="4551680" extrusionOk="0">
                <a:moveTo>
                  <a:pt x="47634" y="0"/>
                </a:moveTo>
                <a:lnTo>
                  <a:pt x="0" y="95371"/>
                </a:lnTo>
                <a:lnTo>
                  <a:pt x="31754" y="95331"/>
                </a:lnTo>
                <a:lnTo>
                  <a:pt x="31754" y="79369"/>
                </a:lnTo>
                <a:lnTo>
                  <a:pt x="87306" y="79369"/>
                </a:lnTo>
                <a:lnTo>
                  <a:pt x="47634" y="0"/>
                </a:lnTo>
                <a:close/>
              </a:path>
              <a:path w="95250" h="4551680" extrusionOk="0">
                <a:moveTo>
                  <a:pt x="63508" y="79369"/>
                </a:moveTo>
                <a:lnTo>
                  <a:pt x="31754" y="79369"/>
                </a:lnTo>
                <a:lnTo>
                  <a:pt x="31754" y="95331"/>
                </a:lnTo>
                <a:lnTo>
                  <a:pt x="63508" y="95290"/>
                </a:lnTo>
                <a:lnTo>
                  <a:pt x="63508" y="79369"/>
                </a:lnTo>
                <a:close/>
              </a:path>
              <a:path w="95250" h="4551680" extrusionOk="0">
                <a:moveTo>
                  <a:pt x="87306" y="79369"/>
                </a:moveTo>
                <a:lnTo>
                  <a:pt x="63508" y="79369"/>
                </a:lnTo>
                <a:lnTo>
                  <a:pt x="63508" y="95290"/>
                </a:lnTo>
                <a:lnTo>
                  <a:pt x="95243" y="95249"/>
                </a:lnTo>
                <a:lnTo>
                  <a:pt x="87306" y="79369"/>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80" name="Google Shape;280;p9"/>
          <p:cNvSpPr/>
          <p:nvPr/>
        </p:nvSpPr>
        <p:spPr>
          <a:xfrm>
            <a:off x="339725" y="3733800"/>
            <a:ext cx="5561013" cy="95250"/>
          </a:xfrm>
          <a:custGeom>
            <a:avLst/>
            <a:gdLst/>
            <a:ahLst/>
            <a:cxnLst/>
            <a:rect l="l" t="t" r="r" b="b"/>
            <a:pathLst>
              <a:path w="5561330" h="95250" extrusionOk="0">
                <a:moveTo>
                  <a:pt x="5465713" y="0"/>
                </a:moveTo>
                <a:lnTo>
                  <a:pt x="5465713" y="95249"/>
                </a:lnTo>
                <a:lnTo>
                  <a:pt x="5529188" y="63502"/>
                </a:lnTo>
                <a:lnTo>
                  <a:pt x="5481705" y="63502"/>
                </a:lnTo>
                <a:lnTo>
                  <a:pt x="5481705" y="31760"/>
                </a:lnTo>
                <a:lnTo>
                  <a:pt x="5529253" y="31760"/>
                </a:lnTo>
                <a:lnTo>
                  <a:pt x="5465713" y="0"/>
                </a:lnTo>
                <a:close/>
              </a:path>
              <a:path w="5561330" h="95250" extrusionOk="0">
                <a:moveTo>
                  <a:pt x="5465713" y="31760"/>
                </a:moveTo>
                <a:lnTo>
                  <a:pt x="0" y="31760"/>
                </a:lnTo>
                <a:lnTo>
                  <a:pt x="0" y="63502"/>
                </a:lnTo>
                <a:lnTo>
                  <a:pt x="5465713" y="63502"/>
                </a:lnTo>
                <a:lnTo>
                  <a:pt x="5465713" y="31760"/>
                </a:lnTo>
                <a:close/>
              </a:path>
              <a:path w="5561330" h="95250" extrusionOk="0">
                <a:moveTo>
                  <a:pt x="5529253" y="31760"/>
                </a:moveTo>
                <a:lnTo>
                  <a:pt x="5481705" y="31760"/>
                </a:lnTo>
                <a:lnTo>
                  <a:pt x="5481705" y="63502"/>
                </a:lnTo>
                <a:lnTo>
                  <a:pt x="5529188" y="63502"/>
                </a:lnTo>
                <a:lnTo>
                  <a:pt x="5560963" y="47609"/>
                </a:lnTo>
                <a:lnTo>
                  <a:pt x="5529253" y="31760"/>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81" name="Google Shape;281;p9"/>
          <p:cNvSpPr/>
          <p:nvPr/>
        </p:nvSpPr>
        <p:spPr>
          <a:xfrm>
            <a:off x="1335088" y="2125663"/>
            <a:ext cx="3457575" cy="3313112"/>
          </a:xfrm>
          <a:custGeom>
            <a:avLst/>
            <a:gdLst/>
            <a:ahLst/>
            <a:cxnLst/>
            <a:rect l="l" t="t" r="r" b="b"/>
            <a:pathLst>
              <a:path w="3457575" h="3313429" extrusionOk="0">
                <a:moveTo>
                  <a:pt x="0" y="1656435"/>
                </a:moveTo>
                <a:lnTo>
                  <a:pt x="5730" y="1520573"/>
                </a:lnTo>
                <a:lnTo>
                  <a:pt x="22624" y="1387737"/>
                </a:lnTo>
                <a:lnTo>
                  <a:pt x="50238" y="1258354"/>
                </a:lnTo>
                <a:lnTo>
                  <a:pt x="88127" y="1132849"/>
                </a:lnTo>
                <a:lnTo>
                  <a:pt x="135845" y="1011649"/>
                </a:lnTo>
                <a:lnTo>
                  <a:pt x="192948" y="895180"/>
                </a:lnTo>
                <a:lnTo>
                  <a:pt x="258991" y="783867"/>
                </a:lnTo>
                <a:lnTo>
                  <a:pt x="333530" y="678138"/>
                </a:lnTo>
                <a:lnTo>
                  <a:pt x="416119" y="578419"/>
                </a:lnTo>
                <a:lnTo>
                  <a:pt x="506314" y="485134"/>
                </a:lnTo>
                <a:lnTo>
                  <a:pt x="603670" y="398712"/>
                </a:lnTo>
                <a:lnTo>
                  <a:pt x="707742" y="319577"/>
                </a:lnTo>
                <a:lnTo>
                  <a:pt x="818085" y="248156"/>
                </a:lnTo>
                <a:lnTo>
                  <a:pt x="934255" y="184876"/>
                </a:lnTo>
                <a:lnTo>
                  <a:pt x="1055807" y="130161"/>
                </a:lnTo>
                <a:lnTo>
                  <a:pt x="1182296" y="84440"/>
                </a:lnTo>
                <a:lnTo>
                  <a:pt x="1313277" y="48136"/>
                </a:lnTo>
                <a:lnTo>
                  <a:pt x="1448305" y="21678"/>
                </a:lnTo>
                <a:lnTo>
                  <a:pt x="1586936" y="5490"/>
                </a:lnTo>
                <a:lnTo>
                  <a:pt x="1728724" y="0"/>
                </a:lnTo>
                <a:lnTo>
                  <a:pt x="1870513" y="5490"/>
                </a:lnTo>
                <a:lnTo>
                  <a:pt x="2009145" y="21678"/>
                </a:lnTo>
                <a:lnTo>
                  <a:pt x="2144177" y="48136"/>
                </a:lnTo>
                <a:lnTo>
                  <a:pt x="2275163" y="84440"/>
                </a:lnTo>
                <a:lnTo>
                  <a:pt x="2401659" y="130161"/>
                </a:lnTo>
                <a:lnTo>
                  <a:pt x="2523218" y="184876"/>
                </a:lnTo>
                <a:lnTo>
                  <a:pt x="2639397" y="248156"/>
                </a:lnTo>
                <a:lnTo>
                  <a:pt x="2749749" y="319577"/>
                </a:lnTo>
                <a:lnTo>
                  <a:pt x="2853831" y="398712"/>
                </a:lnTo>
                <a:lnTo>
                  <a:pt x="2951197" y="485134"/>
                </a:lnTo>
                <a:lnTo>
                  <a:pt x="3041402" y="578419"/>
                </a:lnTo>
                <a:lnTo>
                  <a:pt x="3124002" y="678138"/>
                </a:lnTo>
                <a:lnTo>
                  <a:pt x="3198550" y="783867"/>
                </a:lnTo>
                <a:lnTo>
                  <a:pt x="3264602" y="895180"/>
                </a:lnTo>
                <a:lnTo>
                  <a:pt x="3321714" y="1011649"/>
                </a:lnTo>
                <a:lnTo>
                  <a:pt x="3369439" y="1132849"/>
                </a:lnTo>
                <a:lnTo>
                  <a:pt x="3407333" y="1258354"/>
                </a:lnTo>
                <a:lnTo>
                  <a:pt x="3434952" y="1387737"/>
                </a:lnTo>
                <a:lnTo>
                  <a:pt x="3451849" y="1520573"/>
                </a:lnTo>
                <a:lnTo>
                  <a:pt x="3457581" y="1656435"/>
                </a:lnTo>
                <a:lnTo>
                  <a:pt x="3451849" y="1792304"/>
                </a:lnTo>
                <a:lnTo>
                  <a:pt x="3434952" y="1925147"/>
                </a:lnTo>
                <a:lnTo>
                  <a:pt x="3407333" y="2054539"/>
                </a:lnTo>
                <a:lnTo>
                  <a:pt x="3369439" y="2180054"/>
                </a:lnTo>
                <a:lnTo>
                  <a:pt x="3321714" y="2301264"/>
                </a:lnTo>
                <a:lnTo>
                  <a:pt x="3264602" y="2417744"/>
                </a:lnTo>
                <a:lnTo>
                  <a:pt x="3198550" y="2529068"/>
                </a:lnTo>
                <a:lnTo>
                  <a:pt x="3124002" y="2634808"/>
                </a:lnTo>
                <a:lnTo>
                  <a:pt x="3041402" y="2734539"/>
                </a:lnTo>
                <a:lnTo>
                  <a:pt x="2951197" y="2827834"/>
                </a:lnTo>
                <a:lnTo>
                  <a:pt x="2853831" y="2914268"/>
                </a:lnTo>
                <a:lnTo>
                  <a:pt x="2749749" y="2993413"/>
                </a:lnTo>
                <a:lnTo>
                  <a:pt x="2639397" y="3064844"/>
                </a:lnTo>
                <a:lnTo>
                  <a:pt x="2523218" y="3128133"/>
                </a:lnTo>
                <a:lnTo>
                  <a:pt x="2401659" y="3182856"/>
                </a:lnTo>
                <a:lnTo>
                  <a:pt x="2275163" y="3228585"/>
                </a:lnTo>
                <a:lnTo>
                  <a:pt x="2144177" y="3264894"/>
                </a:lnTo>
                <a:lnTo>
                  <a:pt x="2009145" y="3291356"/>
                </a:lnTo>
                <a:lnTo>
                  <a:pt x="1870513" y="3307547"/>
                </a:lnTo>
                <a:lnTo>
                  <a:pt x="1728724" y="3313038"/>
                </a:lnTo>
                <a:lnTo>
                  <a:pt x="1586936" y="3307547"/>
                </a:lnTo>
                <a:lnTo>
                  <a:pt x="1448305" y="3291356"/>
                </a:lnTo>
                <a:lnTo>
                  <a:pt x="1313277" y="3264894"/>
                </a:lnTo>
                <a:lnTo>
                  <a:pt x="1182296" y="3228585"/>
                </a:lnTo>
                <a:lnTo>
                  <a:pt x="1055807" y="3182856"/>
                </a:lnTo>
                <a:lnTo>
                  <a:pt x="934255" y="3128133"/>
                </a:lnTo>
                <a:lnTo>
                  <a:pt x="818085" y="3064844"/>
                </a:lnTo>
                <a:lnTo>
                  <a:pt x="707742" y="2993413"/>
                </a:lnTo>
                <a:lnTo>
                  <a:pt x="603670" y="2914268"/>
                </a:lnTo>
                <a:lnTo>
                  <a:pt x="506314" y="2827834"/>
                </a:lnTo>
                <a:lnTo>
                  <a:pt x="416119" y="2734539"/>
                </a:lnTo>
                <a:lnTo>
                  <a:pt x="333530" y="2634808"/>
                </a:lnTo>
                <a:lnTo>
                  <a:pt x="258991" y="2529068"/>
                </a:lnTo>
                <a:lnTo>
                  <a:pt x="192948" y="2417744"/>
                </a:lnTo>
                <a:lnTo>
                  <a:pt x="135845" y="2301264"/>
                </a:lnTo>
                <a:lnTo>
                  <a:pt x="88127" y="2180054"/>
                </a:lnTo>
                <a:lnTo>
                  <a:pt x="50238" y="2054539"/>
                </a:lnTo>
                <a:lnTo>
                  <a:pt x="22624" y="1925147"/>
                </a:lnTo>
                <a:lnTo>
                  <a:pt x="5730" y="1792304"/>
                </a:lnTo>
                <a:lnTo>
                  <a:pt x="0" y="1656435"/>
                </a:lnTo>
                <a:close/>
              </a:path>
            </a:pathLst>
          </a:custGeom>
          <a:noFill/>
          <a:ln w="12700" cap="flat" cmpd="sng">
            <a:solidFill>
              <a:srgbClr val="3816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82" name="Google Shape;282;p9"/>
          <p:cNvSpPr/>
          <p:nvPr/>
        </p:nvSpPr>
        <p:spPr>
          <a:xfrm>
            <a:off x="6846888" y="2911475"/>
            <a:ext cx="207962" cy="169863"/>
          </a:xfrm>
          <a:custGeom>
            <a:avLst/>
            <a:gdLst/>
            <a:ahLst/>
            <a:cxnLst/>
            <a:rect l="l" t="t" r="r" b="b"/>
            <a:pathLst>
              <a:path w="208915" h="170180" extrusionOk="0">
                <a:moveTo>
                  <a:pt x="0" y="169854"/>
                </a:moveTo>
                <a:lnTo>
                  <a:pt x="208299" y="169854"/>
                </a:lnTo>
                <a:lnTo>
                  <a:pt x="208299" y="0"/>
                </a:lnTo>
                <a:lnTo>
                  <a:pt x="0" y="0"/>
                </a:lnTo>
                <a:lnTo>
                  <a:pt x="0" y="169854"/>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83" name="Google Shape;283;p9"/>
          <p:cNvSpPr/>
          <p:nvPr/>
        </p:nvSpPr>
        <p:spPr>
          <a:xfrm>
            <a:off x="7054850" y="2911475"/>
            <a:ext cx="209550" cy="169863"/>
          </a:xfrm>
          <a:custGeom>
            <a:avLst/>
            <a:gdLst/>
            <a:ahLst/>
            <a:cxnLst/>
            <a:rect l="l" t="t" r="r" b="b"/>
            <a:pathLst>
              <a:path w="208915" h="170180" extrusionOk="0">
                <a:moveTo>
                  <a:pt x="0" y="169854"/>
                </a:moveTo>
                <a:lnTo>
                  <a:pt x="208299" y="169854"/>
                </a:lnTo>
                <a:lnTo>
                  <a:pt x="208299" y="0"/>
                </a:lnTo>
                <a:lnTo>
                  <a:pt x="0" y="0"/>
                </a:lnTo>
                <a:lnTo>
                  <a:pt x="0" y="169854"/>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84" name="Google Shape;284;p9"/>
          <p:cNvSpPr/>
          <p:nvPr/>
        </p:nvSpPr>
        <p:spPr>
          <a:xfrm>
            <a:off x="7262813" y="2911475"/>
            <a:ext cx="209550" cy="169863"/>
          </a:xfrm>
          <a:custGeom>
            <a:avLst/>
            <a:gdLst/>
            <a:ahLst/>
            <a:cxnLst/>
            <a:rect l="l" t="t" r="r" b="b"/>
            <a:pathLst>
              <a:path w="208915" h="170180" extrusionOk="0">
                <a:moveTo>
                  <a:pt x="0" y="169854"/>
                </a:moveTo>
                <a:lnTo>
                  <a:pt x="208311" y="169854"/>
                </a:lnTo>
                <a:lnTo>
                  <a:pt x="208311" y="0"/>
                </a:lnTo>
                <a:lnTo>
                  <a:pt x="0" y="0"/>
                </a:lnTo>
                <a:lnTo>
                  <a:pt x="0" y="169854"/>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85" name="Google Shape;285;p9"/>
          <p:cNvSpPr/>
          <p:nvPr/>
        </p:nvSpPr>
        <p:spPr>
          <a:xfrm>
            <a:off x="7470775" y="2911475"/>
            <a:ext cx="209550" cy="169863"/>
          </a:xfrm>
          <a:custGeom>
            <a:avLst/>
            <a:gdLst/>
            <a:ahLst/>
            <a:cxnLst/>
            <a:rect l="l" t="t" r="r" b="b"/>
            <a:pathLst>
              <a:path w="208915" h="170180" extrusionOk="0">
                <a:moveTo>
                  <a:pt x="0" y="169854"/>
                </a:moveTo>
                <a:lnTo>
                  <a:pt x="208299" y="169854"/>
                </a:lnTo>
                <a:lnTo>
                  <a:pt x="208299" y="0"/>
                </a:lnTo>
                <a:lnTo>
                  <a:pt x="0" y="0"/>
                </a:lnTo>
                <a:lnTo>
                  <a:pt x="0" y="169854"/>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86" name="Google Shape;286;p9"/>
          <p:cNvSpPr/>
          <p:nvPr/>
        </p:nvSpPr>
        <p:spPr>
          <a:xfrm>
            <a:off x="7680325" y="2911475"/>
            <a:ext cx="207963" cy="169863"/>
          </a:xfrm>
          <a:custGeom>
            <a:avLst/>
            <a:gdLst/>
            <a:ahLst/>
            <a:cxnLst/>
            <a:rect l="l" t="t" r="r" b="b"/>
            <a:pathLst>
              <a:path w="208915" h="170180" extrusionOk="0">
                <a:moveTo>
                  <a:pt x="0" y="169854"/>
                </a:moveTo>
                <a:lnTo>
                  <a:pt x="208299" y="169854"/>
                </a:lnTo>
                <a:lnTo>
                  <a:pt x="208299" y="0"/>
                </a:lnTo>
                <a:lnTo>
                  <a:pt x="0" y="0"/>
                </a:lnTo>
                <a:lnTo>
                  <a:pt x="0" y="169854"/>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87" name="Google Shape;287;p9"/>
          <p:cNvSpPr/>
          <p:nvPr/>
        </p:nvSpPr>
        <p:spPr>
          <a:xfrm>
            <a:off x="7888288" y="2911475"/>
            <a:ext cx="209550" cy="169863"/>
          </a:xfrm>
          <a:custGeom>
            <a:avLst/>
            <a:gdLst/>
            <a:ahLst/>
            <a:cxnLst/>
            <a:rect l="l" t="t" r="r" b="b"/>
            <a:pathLst>
              <a:path w="208915" h="170180" extrusionOk="0">
                <a:moveTo>
                  <a:pt x="0" y="169854"/>
                </a:moveTo>
                <a:lnTo>
                  <a:pt x="208299" y="169854"/>
                </a:lnTo>
                <a:lnTo>
                  <a:pt x="208299" y="0"/>
                </a:lnTo>
                <a:lnTo>
                  <a:pt x="0" y="0"/>
                </a:lnTo>
                <a:lnTo>
                  <a:pt x="0" y="169854"/>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88" name="Google Shape;288;p9"/>
          <p:cNvSpPr/>
          <p:nvPr/>
        </p:nvSpPr>
        <p:spPr>
          <a:xfrm>
            <a:off x="6638925" y="3081338"/>
            <a:ext cx="207963" cy="173037"/>
          </a:xfrm>
          <a:custGeom>
            <a:avLst/>
            <a:gdLst/>
            <a:ahLst/>
            <a:cxnLst/>
            <a:rect l="l" t="t" r="r" b="b"/>
            <a:pathLst>
              <a:path w="208915" h="173354" extrusionOk="0">
                <a:moveTo>
                  <a:pt x="0" y="173033"/>
                </a:moveTo>
                <a:lnTo>
                  <a:pt x="208311" y="173033"/>
                </a:lnTo>
                <a:lnTo>
                  <a:pt x="208311" y="0"/>
                </a:lnTo>
                <a:lnTo>
                  <a:pt x="0" y="0"/>
                </a:lnTo>
                <a:lnTo>
                  <a:pt x="0" y="173033"/>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89" name="Google Shape;289;p9"/>
          <p:cNvSpPr/>
          <p:nvPr/>
        </p:nvSpPr>
        <p:spPr>
          <a:xfrm>
            <a:off x="8096250" y="3081338"/>
            <a:ext cx="209550" cy="173037"/>
          </a:xfrm>
          <a:custGeom>
            <a:avLst/>
            <a:gdLst/>
            <a:ahLst/>
            <a:cxnLst/>
            <a:rect l="l" t="t" r="r" b="b"/>
            <a:pathLst>
              <a:path w="208915" h="173354" extrusionOk="0">
                <a:moveTo>
                  <a:pt x="0" y="173033"/>
                </a:moveTo>
                <a:lnTo>
                  <a:pt x="208311" y="173033"/>
                </a:lnTo>
                <a:lnTo>
                  <a:pt x="208311" y="0"/>
                </a:lnTo>
                <a:lnTo>
                  <a:pt x="0" y="0"/>
                </a:lnTo>
                <a:lnTo>
                  <a:pt x="0" y="173033"/>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90" name="Google Shape;290;p9"/>
          <p:cNvSpPr/>
          <p:nvPr/>
        </p:nvSpPr>
        <p:spPr>
          <a:xfrm>
            <a:off x="6429375" y="3425825"/>
            <a:ext cx="209550" cy="169863"/>
          </a:xfrm>
          <a:custGeom>
            <a:avLst/>
            <a:gdLst/>
            <a:ahLst/>
            <a:cxnLst/>
            <a:rect l="l" t="t" r="r" b="b"/>
            <a:pathLst>
              <a:path w="208915" h="170179" extrusionOk="0">
                <a:moveTo>
                  <a:pt x="0" y="169854"/>
                </a:moveTo>
                <a:lnTo>
                  <a:pt x="208311" y="169854"/>
                </a:lnTo>
                <a:lnTo>
                  <a:pt x="208311" y="0"/>
                </a:lnTo>
                <a:lnTo>
                  <a:pt x="0" y="0"/>
                </a:lnTo>
                <a:lnTo>
                  <a:pt x="0" y="169854"/>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91" name="Google Shape;291;p9"/>
          <p:cNvSpPr/>
          <p:nvPr/>
        </p:nvSpPr>
        <p:spPr>
          <a:xfrm>
            <a:off x="8304213" y="3425825"/>
            <a:ext cx="209550" cy="169863"/>
          </a:xfrm>
          <a:custGeom>
            <a:avLst/>
            <a:gdLst/>
            <a:ahLst/>
            <a:cxnLst/>
            <a:rect l="l" t="t" r="r" b="b"/>
            <a:pathLst>
              <a:path w="208915" h="170179" extrusionOk="0">
                <a:moveTo>
                  <a:pt x="0" y="169854"/>
                </a:moveTo>
                <a:lnTo>
                  <a:pt x="208299" y="169854"/>
                </a:lnTo>
                <a:lnTo>
                  <a:pt x="208299" y="0"/>
                </a:lnTo>
                <a:lnTo>
                  <a:pt x="0" y="0"/>
                </a:lnTo>
                <a:lnTo>
                  <a:pt x="0" y="169854"/>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92" name="Google Shape;292;p9"/>
          <p:cNvSpPr/>
          <p:nvPr/>
        </p:nvSpPr>
        <p:spPr>
          <a:xfrm>
            <a:off x="6429375" y="3935413"/>
            <a:ext cx="209550" cy="174625"/>
          </a:xfrm>
          <a:custGeom>
            <a:avLst/>
            <a:gdLst/>
            <a:ahLst/>
            <a:cxnLst/>
            <a:rect l="l" t="t" r="r" b="b"/>
            <a:pathLst>
              <a:path w="208915" h="174625" extrusionOk="0">
                <a:moveTo>
                  <a:pt x="0" y="174617"/>
                </a:moveTo>
                <a:lnTo>
                  <a:pt x="208311" y="174617"/>
                </a:lnTo>
                <a:lnTo>
                  <a:pt x="208311" y="0"/>
                </a:lnTo>
                <a:lnTo>
                  <a:pt x="0" y="0"/>
                </a:lnTo>
                <a:lnTo>
                  <a:pt x="0" y="174617"/>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93" name="Google Shape;293;p9"/>
          <p:cNvSpPr/>
          <p:nvPr/>
        </p:nvSpPr>
        <p:spPr>
          <a:xfrm>
            <a:off x="8304213" y="3935413"/>
            <a:ext cx="209550" cy="174625"/>
          </a:xfrm>
          <a:custGeom>
            <a:avLst/>
            <a:gdLst/>
            <a:ahLst/>
            <a:cxnLst/>
            <a:rect l="l" t="t" r="r" b="b"/>
            <a:pathLst>
              <a:path w="208915" h="174625" extrusionOk="0">
                <a:moveTo>
                  <a:pt x="0" y="174617"/>
                </a:moveTo>
                <a:lnTo>
                  <a:pt x="208299" y="174617"/>
                </a:lnTo>
                <a:lnTo>
                  <a:pt x="208299" y="0"/>
                </a:lnTo>
                <a:lnTo>
                  <a:pt x="0" y="0"/>
                </a:lnTo>
                <a:lnTo>
                  <a:pt x="0" y="174617"/>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94" name="Google Shape;294;p9"/>
          <p:cNvSpPr/>
          <p:nvPr/>
        </p:nvSpPr>
        <p:spPr>
          <a:xfrm>
            <a:off x="6638925" y="4276725"/>
            <a:ext cx="207963" cy="236538"/>
          </a:xfrm>
          <a:custGeom>
            <a:avLst/>
            <a:gdLst/>
            <a:ahLst/>
            <a:cxnLst/>
            <a:rect l="l" t="t" r="r" b="b"/>
            <a:pathLst>
              <a:path w="208915" h="236854" extrusionOk="0">
                <a:moveTo>
                  <a:pt x="0" y="236541"/>
                </a:moveTo>
                <a:lnTo>
                  <a:pt x="208311" y="236541"/>
                </a:lnTo>
                <a:lnTo>
                  <a:pt x="208311" y="0"/>
                </a:lnTo>
                <a:lnTo>
                  <a:pt x="0" y="0"/>
                </a:lnTo>
                <a:lnTo>
                  <a:pt x="0" y="236541"/>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95" name="Google Shape;295;p9"/>
          <p:cNvSpPr/>
          <p:nvPr/>
        </p:nvSpPr>
        <p:spPr>
          <a:xfrm>
            <a:off x="8096250" y="4276725"/>
            <a:ext cx="209550" cy="236538"/>
          </a:xfrm>
          <a:custGeom>
            <a:avLst/>
            <a:gdLst/>
            <a:ahLst/>
            <a:cxnLst/>
            <a:rect l="l" t="t" r="r" b="b"/>
            <a:pathLst>
              <a:path w="208915" h="236854" extrusionOk="0">
                <a:moveTo>
                  <a:pt x="0" y="236541"/>
                </a:moveTo>
                <a:lnTo>
                  <a:pt x="208311" y="236541"/>
                </a:lnTo>
                <a:lnTo>
                  <a:pt x="208311" y="0"/>
                </a:lnTo>
                <a:lnTo>
                  <a:pt x="0" y="0"/>
                </a:lnTo>
                <a:lnTo>
                  <a:pt x="0" y="236541"/>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96" name="Google Shape;296;p9"/>
          <p:cNvSpPr/>
          <p:nvPr/>
        </p:nvSpPr>
        <p:spPr>
          <a:xfrm>
            <a:off x="6846888" y="4513263"/>
            <a:ext cx="207962" cy="173037"/>
          </a:xfrm>
          <a:custGeom>
            <a:avLst/>
            <a:gdLst/>
            <a:ahLst/>
            <a:cxnLst/>
            <a:rect l="l" t="t" r="r" b="b"/>
            <a:pathLst>
              <a:path w="208915" h="173354" extrusionOk="0">
                <a:moveTo>
                  <a:pt x="0" y="173033"/>
                </a:moveTo>
                <a:lnTo>
                  <a:pt x="208299" y="173033"/>
                </a:lnTo>
                <a:lnTo>
                  <a:pt x="208299" y="0"/>
                </a:lnTo>
                <a:lnTo>
                  <a:pt x="0" y="0"/>
                </a:lnTo>
                <a:lnTo>
                  <a:pt x="0" y="173033"/>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97" name="Google Shape;297;p9"/>
          <p:cNvSpPr/>
          <p:nvPr/>
        </p:nvSpPr>
        <p:spPr>
          <a:xfrm>
            <a:off x="7054850" y="4513263"/>
            <a:ext cx="209550" cy="173037"/>
          </a:xfrm>
          <a:custGeom>
            <a:avLst/>
            <a:gdLst/>
            <a:ahLst/>
            <a:cxnLst/>
            <a:rect l="l" t="t" r="r" b="b"/>
            <a:pathLst>
              <a:path w="208915" h="173354" extrusionOk="0">
                <a:moveTo>
                  <a:pt x="0" y="173033"/>
                </a:moveTo>
                <a:lnTo>
                  <a:pt x="208299" y="173033"/>
                </a:lnTo>
                <a:lnTo>
                  <a:pt x="208299" y="0"/>
                </a:lnTo>
                <a:lnTo>
                  <a:pt x="0" y="0"/>
                </a:lnTo>
                <a:lnTo>
                  <a:pt x="0" y="173033"/>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98" name="Google Shape;298;p9"/>
          <p:cNvSpPr/>
          <p:nvPr/>
        </p:nvSpPr>
        <p:spPr>
          <a:xfrm>
            <a:off x="7262813" y="4513263"/>
            <a:ext cx="209550" cy="173037"/>
          </a:xfrm>
          <a:custGeom>
            <a:avLst/>
            <a:gdLst/>
            <a:ahLst/>
            <a:cxnLst/>
            <a:rect l="l" t="t" r="r" b="b"/>
            <a:pathLst>
              <a:path w="208915" h="173354" extrusionOk="0">
                <a:moveTo>
                  <a:pt x="0" y="173033"/>
                </a:moveTo>
                <a:lnTo>
                  <a:pt x="208311" y="173033"/>
                </a:lnTo>
                <a:lnTo>
                  <a:pt x="208311" y="0"/>
                </a:lnTo>
                <a:lnTo>
                  <a:pt x="0" y="0"/>
                </a:lnTo>
                <a:lnTo>
                  <a:pt x="0" y="173033"/>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299" name="Google Shape;299;p9"/>
          <p:cNvSpPr/>
          <p:nvPr/>
        </p:nvSpPr>
        <p:spPr>
          <a:xfrm>
            <a:off x="7470775" y="4513263"/>
            <a:ext cx="209550" cy="173037"/>
          </a:xfrm>
          <a:custGeom>
            <a:avLst/>
            <a:gdLst/>
            <a:ahLst/>
            <a:cxnLst/>
            <a:rect l="l" t="t" r="r" b="b"/>
            <a:pathLst>
              <a:path w="208915" h="173354" extrusionOk="0">
                <a:moveTo>
                  <a:pt x="0" y="173033"/>
                </a:moveTo>
                <a:lnTo>
                  <a:pt x="208299" y="173033"/>
                </a:lnTo>
                <a:lnTo>
                  <a:pt x="208299" y="0"/>
                </a:lnTo>
                <a:lnTo>
                  <a:pt x="0" y="0"/>
                </a:lnTo>
                <a:lnTo>
                  <a:pt x="0" y="173033"/>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00" name="Google Shape;300;p9"/>
          <p:cNvSpPr/>
          <p:nvPr/>
        </p:nvSpPr>
        <p:spPr>
          <a:xfrm>
            <a:off x="7680325" y="4513263"/>
            <a:ext cx="207963" cy="173037"/>
          </a:xfrm>
          <a:custGeom>
            <a:avLst/>
            <a:gdLst/>
            <a:ahLst/>
            <a:cxnLst/>
            <a:rect l="l" t="t" r="r" b="b"/>
            <a:pathLst>
              <a:path w="208915" h="173354" extrusionOk="0">
                <a:moveTo>
                  <a:pt x="0" y="173033"/>
                </a:moveTo>
                <a:lnTo>
                  <a:pt x="208299" y="173033"/>
                </a:lnTo>
                <a:lnTo>
                  <a:pt x="208299" y="0"/>
                </a:lnTo>
                <a:lnTo>
                  <a:pt x="0" y="0"/>
                </a:lnTo>
                <a:lnTo>
                  <a:pt x="0" y="173033"/>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01" name="Google Shape;301;p9"/>
          <p:cNvSpPr/>
          <p:nvPr/>
        </p:nvSpPr>
        <p:spPr>
          <a:xfrm>
            <a:off x="7888288" y="4513263"/>
            <a:ext cx="209550" cy="173037"/>
          </a:xfrm>
          <a:custGeom>
            <a:avLst/>
            <a:gdLst/>
            <a:ahLst/>
            <a:cxnLst/>
            <a:rect l="l" t="t" r="r" b="b"/>
            <a:pathLst>
              <a:path w="208915" h="173354" extrusionOk="0">
                <a:moveTo>
                  <a:pt x="0" y="173033"/>
                </a:moveTo>
                <a:lnTo>
                  <a:pt x="208299" y="173033"/>
                </a:lnTo>
                <a:lnTo>
                  <a:pt x="208299" y="0"/>
                </a:lnTo>
                <a:lnTo>
                  <a:pt x="0" y="0"/>
                </a:lnTo>
                <a:lnTo>
                  <a:pt x="0" y="173033"/>
                </a:lnTo>
                <a:close/>
              </a:path>
            </a:pathLst>
          </a:custGeom>
          <a:solidFill>
            <a:srgbClr val="007F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02" name="Google Shape;302;p9"/>
          <p:cNvSpPr/>
          <p:nvPr/>
        </p:nvSpPr>
        <p:spPr>
          <a:xfrm>
            <a:off x="7258050" y="2695575"/>
            <a:ext cx="76200" cy="2238375"/>
          </a:xfrm>
          <a:custGeom>
            <a:avLst/>
            <a:gdLst/>
            <a:ahLst/>
            <a:cxnLst/>
            <a:rect l="l" t="t" r="r" b="b"/>
            <a:pathLst>
              <a:path w="76200" h="2239010" extrusionOk="0">
                <a:moveTo>
                  <a:pt x="44439" y="63511"/>
                </a:moveTo>
                <a:lnTo>
                  <a:pt x="31747" y="63511"/>
                </a:lnTo>
                <a:lnTo>
                  <a:pt x="31747" y="2238390"/>
                </a:lnTo>
                <a:lnTo>
                  <a:pt x="44439" y="2238390"/>
                </a:lnTo>
                <a:lnTo>
                  <a:pt x="44439" y="63511"/>
                </a:lnTo>
                <a:close/>
              </a:path>
              <a:path w="76200" h="2239010" extrusionOk="0">
                <a:moveTo>
                  <a:pt x="38099" y="0"/>
                </a:moveTo>
                <a:lnTo>
                  <a:pt x="0" y="76199"/>
                </a:lnTo>
                <a:lnTo>
                  <a:pt x="31747" y="76199"/>
                </a:lnTo>
                <a:lnTo>
                  <a:pt x="31747" y="63511"/>
                </a:lnTo>
                <a:lnTo>
                  <a:pt x="69855" y="63511"/>
                </a:lnTo>
                <a:lnTo>
                  <a:pt x="38099" y="0"/>
                </a:lnTo>
                <a:close/>
              </a:path>
              <a:path w="76200" h="2239010" extrusionOk="0">
                <a:moveTo>
                  <a:pt x="69855" y="63511"/>
                </a:moveTo>
                <a:lnTo>
                  <a:pt x="44439" y="63511"/>
                </a:lnTo>
                <a:lnTo>
                  <a:pt x="44439" y="76199"/>
                </a:lnTo>
                <a:lnTo>
                  <a:pt x="76199" y="76199"/>
                </a:lnTo>
                <a:lnTo>
                  <a:pt x="69855" y="63511"/>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03" name="Google Shape;303;p9"/>
          <p:cNvSpPr/>
          <p:nvPr/>
        </p:nvSpPr>
        <p:spPr>
          <a:xfrm>
            <a:off x="6224588" y="3736975"/>
            <a:ext cx="2201862" cy="76200"/>
          </a:xfrm>
          <a:custGeom>
            <a:avLst/>
            <a:gdLst/>
            <a:ahLst/>
            <a:cxnLst/>
            <a:rect l="l" t="t" r="r" b="b"/>
            <a:pathLst>
              <a:path w="2202179" h="76200" extrusionOk="0">
                <a:moveTo>
                  <a:pt x="2125705" y="0"/>
                </a:moveTo>
                <a:lnTo>
                  <a:pt x="2125705" y="76209"/>
                </a:lnTo>
                <a:lnTo>
                  <a:pt x="2189180" y="44464"/>
                </a:lnTo>
                <a:lnTo>
                  <a:pt x="2138421" y="44464"/>
                </a:lnTo>
                <a:lnTo>
                  <a:pt x="2138421" y="31760"/>
                </a:lnTo>
                <a:lnTo>
                  <a:pt x="2189225" y="31760"/>
                </a:lnTo>
                <a:lnTo>
                  <a:pt x="2125705" y="0"/>
                </a:lnTo>
                <a:close/>
              </a:path>
              <a:path w="2202179" h="76200" extrusionOk="0">
                <a:moveTo>
                  <a:pt x="2125705" y="31760"/>
                </a:moveTo>
                <a:lnTo>
                  <a:pt x="0" y="31760"/>
                </a:lnTo>
                <a:lnTo>
                  <a:pt x="0" y="44464"/>
                </a:lnTo>
                <a:lnTo>
                  <a:pt x="2125705" y="44464"/>
                </a:lnTo>
                <a:lnTo>
                  <a:pt x="2125705" y="31760"/>
                </a:lnTo>
                <a:close/>
              </a:path>
              <a:path w="2202179" h="76200" extrusionOk="0">
                <a:moveTo>
                  <a:pt x="2189225" y="31760"/>
                </a:moveTo>
                <a:lnTo>
                  <a:pt x="2138421" y="31760"/>
                </a:lnTo>
                <a:lnTo>
                  <a:pt x="2138421" y="44464"/>
                </a:lnTo>
                <a:lnTo>
                  <a:pt x="2189180" y="44464"/>
                </a:lnTo>
                <a:lnTo>
                  <a:pt x="2201905" y="38099"/>
                </a:lnTo>
                <a:lnTo>
                  <a:pt x="2189225" y="31760"/>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04" name="Google Shape;304;p9"/>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305" name="Google Shape;305;p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9</a:t>
            </a:fld>
            <a:endParaRPr sz="900" b="1" u="sng">
              <a:solidFill>
                <a:srgbClr val="898989"/>
              </a:solidFill>
              <a:latin typeface="Arial"/>
              <a:ea typeface="Arial"/>
              <a:cs typeface="Arial"/>
              <a:sym typeface="Arial"/>
            </a:endParaRPr>
          </a:p>
        </p:txBody>
      </p:sp>
      <p:sp>
        <p:nvSpPr>
          <p:cNvPr id="306" name="Google Shape;306;p9"/>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Circle Drawing Algorithm</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307" name="Google Shape;307;p9"/>
          <p:cNvPicPr preferRelativeResize="0"/>
          <p:nvPr/>
        </p:nvPicPr>
        <p:blipFill rotWithShape="1">
          <a:blip r:embed="rId4">
            <a:alphaModFix/>
          </a:blip>
          <a:srcRect/>
          <a:stretch/>
        </p:blipFill>
        <p:spPr>
          <a:xfrm>
            <a:off x="8050200" y="151200"/>
            <a:ext cx="1371600" cy="685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10"/>
          <p:cNvSpPr txBox="1"/>
          <p:nvPr/>
        </p:nvSpPr>
        <p:spPr>
          <a:xfrm>
            <a:off x="612775" y="1162050"/>
            <a:ext cx="7751763" cy="304800"/>
          </a:xfrm>
          <a:prstGeom prst="rect">
            <a:avLst/>
          </a:prstGeom>
          <a:noFill/>
          <a:ln>
            <a:noFill/>
          </a:ln>
        </p:spPr>
        <p:txBody>
          <a:bodyPr spcFirstLastPara="1" wrap="square" lIns="0" tIns="0" rIns="0" bIns="0" anchor="t" anchorCtr="0">
            <a:spAutoFit/>
          </a:bodyPr>
          <a:lstStyle/>
          <a:p>
            <a:pPr marL="355600" marR="0" lvl="0" indent="-342900" algn="l" rtl="0">
              <a:lnSpc>
                <a:spcPct val="119375"/>
              </a:lnSpc>
              <a:spcBef>
                <a:spcPts val="0"/>
              </a:spcBef>
              <a:spcAft>
                <a:spcPts val="0"/>
              </a:spcAft>
              <a:buClr>
                <a:schemeClr val="lt1"/>
              </a:buClr>
              <a:buSzPts val="2400"/>
              <a:buFont typeface="Georgia"/>
              <a:buChar char="•"/>
            </a:pPr>
            <a:r>
              <a:rPr lang="en-US" sz="2400" b="1" u="sng">
                <a:solidFill>
                  <a:schemeClr val="lt1"/>
                </a:solidFill>
                <a:latin typeface="Georgia"/>
                <a:ea typeface="Georgia"/>
                <a:cs typeface="Georgia"/>
                <a:sym typeface="Georgia"/>
              </a:rPr>
              <a:t>However,</a:t>
            </a:r>
            <a:r>
              <a:rPr lang="en-US" sz="2400" b="1" u="sng">
                <a:solidFill>
                  <a:schemeClr val="lt1"/>
                </a:solidFill>
                <a:latin typeface="Times New Roman"/>
                <a:ea typeface="Times New Roman"/>
                <a:cs typeface="Times New Roman"/>
                <a:sym typeface="Times New Roman"/>
              </a:rPr>
              <a:t> </a:t>
            </a:r>
            <a:r>
              <a:rPr lang="en-US" sz="2400" b="1" u="sng">
                <a:solidFill>
                  <a:schemeClr val="lt1"/>
                </a:solidFill>
                <a:latin typeface="Georgia"/>
                <a:ea typeface="Georgia"/>
                <a:cs typeface="Georgia"/>
                <a:sym typeface="Georgia"/>
              </a:rPr>
              <a:t>unsurprisingly</a:t>
            </a:r>
            <a:r>
              <a:rPr lang="en-US" sz="2400" b="1" u="sng">
                <a:solidFill>
                  <a:schemeClr val="lt1"/>
                </a:solidFill>
                <a:latin typeface="Times New Roman"/>
                <a:ea typeface="Times New Roman"/>
                <a:cs typeface="Times New Roman"/>
                <a:sym typeface="Times New Roman"/>
              </a:rPr>
              <a:t> </a:t>
            </a:r>
            <a:r>
              <a:rPr lang="en-US" sz="2400" b="1" u="sng">
                <a:solidFill>
                  <a:schemeClr val="lt1"/>
                </a:solidFill>
                <a:latin typeface="Georgia"/>
                <a:ea typeface="Georgia"/>
                <a:cs typeface="Georgia"/>
                <a:sym typeface="Georgia"/>
              </a:rPr>
              <a:t>this</a:t>
            </a:r>
            <a:r>
              <a:rPr lang="en-US" sz="2400" b="1" u="sng">
                <a:solidFill>
                  <a:schemeClr val="lt1"/>
                </a:solidFill>
                <a:latin typeface="Times New Roman"/>
                <a:ea typeface="Times New Roman"/>
                <a:cs typeface="Times New Roman"/>
                <a:sym typeface="Times New Roman"/>
              </a:rPr>
              <a:t> </a:t>
            </a:r>
            <a:r>
              <a:rPr lang="en-US" sz="2400" b="1" u="sng">
                <a:solidFill>
                  <a:schemeClr val="lt1"/>
                </a:solidFill>
                <a:latin typeface="Georgia"/>
                <a:ea typeface="Georgia"/>
                <a:cs typeface="Georgia"/>
                <a:sym typeface="Georgia"/>
              </a:rPr>
              <a:t>is</a:t>
            </a:r>
            <a:r>
              <a:rPr lang="en-US" sz="2400" b="1" u="sng">
                <a:solidFill>
                  <a:schemeClr val="lt1"/>
                </a:solidFill>
                <a:latin typeface="Times New Roman"/>
                <a:ea typeface="Times New Roman"/>
                <a:cs typeface="Times New Roman"/>
                <a:sym typeface="Times New Roman"/>
              </a:rPr>
              <a:t> </a:t>
            </a:r>
            <a:r>
              <a:rPr lang="en-US" sz="2400" b="1" u="sng">
                <a:solidFill>
                  <a:schemeClr val="lt1"/>
                </a:solidFill>
                <a:latin typeface="Georgia"/>
                <a:ea typeface="Georgia"/>
                <a:cs typeface="Georgia"/>
                <a:sym typeface="Georgia"/>
              </a:rPr>
              <a:t>not</a:t>
            </a:r>
            <a:r>
              <a:rPr lang="en-US" sz="2400" b="1" u="sng">
                <a:solidFill>
                  <a:schemeClr val="lt1"/>
                </a:solidFill>
                <a:latin typeface="Times New Roman"/>
                <a:ea typeface="Times New Roman"/>
                <a:cs typeface="Times New Roman"/>
                <a:sym typeface="Times New Roman"/>
              </a:rPr>
              <a:t> </a:t>
            </a:r>
            <a:r>
              <a:rPr lang="en-US" sz="2400" b="1" u="sng">
                <a:solidFill>
                  <a:schemeClr val="lt1"/>
                </a:solidFill>
                <a:latin typeface="Georgia"/>
                <a:ea typeface="Georgia"/>
                <a:cs typeface="Georgia"/>
                <a:sym typeface="Georgia"/>
              </a:rPr>
              <a:t>a</a:t>
            </a:r>
            <a:r>
              <a:rPr lang="en-US" sz="2400" b="1" u="sng">
                <a:solidFill>
                  <a:schemeClr val="lt1"/>
                </a:solidFill>
                <a:latin typeface="Times New Roman"/>
                <a:ea typeface="Times New Roman"/>
                <a:cs typeface="Times New Roman"/>
                <a:sym typeface="Times New Roman"/>
              </a:rPr>
              <a:t> </a:t>
            </a:r>
            <a:r>
              <a:rPr lang="en-US" sz="2400" b="1" u="sng">
                <a:solidFill>
                  <a:schemeClr val="lt1"/>
                </a:solidFill>
                <a:latin typeface="Georgia"/>
                <a:ea typeface="Georgia"/>
                <a:cs typeface="Georgia"/>
                <a:sym typeface="Georgia"/>
              </a:rPr>
              <a:t>brilliant</a:t>
            </a:r>
            <a:r>
              <a:rPr lang="en-US" sz="2400" b="1" u="sng">
                <a:solidFill>
                  <a:schemeClr val="lt1"/>
                </a:solidFill>
                <a:latin typeface="Times New Roman"/>
                <a:ea typeface="Times New Roman"/>
                <a:cs typeface="Times New Roman"/>
                <a:sym typeface="Times New Roman"/>
              </a:rPr>
              <a:t> </a:t>
            </a:r>
            <a:r>
              <a:rPr lang="en-US" sz="2400" b="1" u="sng">
                <a:solidFill>
                  <a:schemeClr val="lt1"/>
                </a:solidFill>
                <a:latin typeface="Georgia"/>
                <a:ea typeface="Georgia"/>
                <a:cs typeface="Georgia"/>
                <a:sym typeface="Georgia"/>
              </a:rPr>
              <a:t>solution!</a:t>
            </a:r>
            <a:endParaRPr sz="2400" b="1" u="sng">
              <a:solidFill>
                <a:schemeClr val="lt1"/>
              </a:solidFill>
              <a:latin typeface="Georgia"/>
              <a:ea typeface="Georgia"/>
              <a:cs typeface="Georgia"/>
              <a:sym typeface="Georgia"/>
            </a:endParaRPr>
          </a:p>
        </p:txBody>
      </p:sp>
      <p:sp>
        <p:nvSpPr>
          <p:cNvPr id="313" name="Google Shape;313;p10"/>
          <p:cNvSpPr txBox="1"/>
          <p:nvPr/>
        </p:nvSpPr>
        <p:spPr>
          <a:xfrm>
            <a:off x="612775" y="1601788"/>
            <a:ext cx="7267575" cy="2867025"/>
          </a:xfrm>
          <a:prstGeom prst="rect">
            <a:avLst/>
          </a:prstGeom>
          <a:noFill/>
          <a:ln>
            <a:noFill/>
          </a:ln>
        </p:spPr>
        <p:txBody>
          <a:bodyPr spcFirstLastPara="1" wrap="square" lIns="0" tIns="0" rIns="0" bIns="0" anchor="t" anchorCtr="0">
            <a:spAutoFit/>
          </a:bodyPr>
          <a:lstStyle/>
          <a:p>
            <a:pPr marL="355600" marR="0" lvl="0" indent="-342900" algn="l" rtl="0">
              <a:spcBef>
                <a:spcPts val="0"/>
              </a:spcBef>
              <a:spcAft>
                <a:spcPts val="0"/>
              </a:spcAft>
              <a:buClr>
                <a:schemeClr val="dk1"/>
              </a:buClr>
              <a:buSzPts val="2400"/>
              <a:buFont typeface="Georgia"/>
              <a:buChar char="•"/>
            </a:pPr>
            <a:r>
              <a:rPr lang="en-US" sz="2400" b="0" u="none">
                <a:solidFill>
                  <a:schemeClr val="dk1"/>
                </a:solidFill>
                <a:latin typeface="Georgia"/>
                <a:ea typeface="Georgia"/>
                <a:cs typeface="Georgia"/>
                <a:sym typeface="Georgia"/>
              </a:rPr>
              <a:t>Firstly,</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the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resulting</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circle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has</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large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gaps</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where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the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slope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approaches</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the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vertical</a:t>
            </a:r>
            <a:endParaRPr/>
          </a:p>
          <a:p>
            <a:pPr marL="355600" marR="0" lvl="0" indent="-342900" algn="l" rtl="0">
              <a:spcBef>
                <a:spcPts val="575"/>
              </a:spcBef>
              <a:spcAft>
                <a:spcPts val="0"/>
              </a:spcAft>
              <a:buClr>
                <a:schemeClr val="dk1"/>
              </a:buClr>
              <a:buSzPts val="2400"/>
              <a:buFont typeface="Georgia"/>
              <a:buChar char="•"/>
            </a:pPr>
            <a:r>
              <a:rPr lang="en-US" sz="2400" b="0" u="none">
                <a:solidFill>
                  <a:schemeClr val="dk1"/>
                </a:solidFill>
                <a:latin typeface="Georgia"/>
                <a:ea typeface="Georgia"/>
                <a:cs typeface="Georgia"/>
                <a:sym typeface="Georgia"/>
              </a:rPr>
              <a:t>Secondly,</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the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calculations</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are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not</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very</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efficient</a:t>
            </a:r>
            <a:endParaRPr/>
          </a:p>
          <a:p>
            <a:pPr marL="755650" marR="0" lvl="1" indent="-285750" algn="l" rtl="0">
              <a:spcBef>
                <a:spcPts val="488"/>
              </a:spcBef>
              <a:spcAft>
                <a:spcPts val="0"/>
              </a:spcAft>
              <a:buClr>
                <a:schemeClr val="dk1"/>
              </a:buClr>
              <a:buSzPts val="2400"/>
              <a:buFont typeface="Georgia"/>
              <a:buChar char="•"/>
            </a:pPr>
            <a:r>
              <a:rPr lang="en-US" sz="2400" b="0" i="0" u="none" strike="noStrike" cap="none">
                <a:solidFill>
                  <a:schemeClr val="dk1"/>
                </a:solidFill>
                <a:latin typeface="Georgia"/>
                <a:ea typeface="Georgia"/>
                <a:cs typeface="Georgia"/>
                <a:sym typeface="Georgia"/>
              </a:rPr>
              <a:t>The</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square</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(multiply)</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operations</a:t>
            </a:r>
            <a:endParaRPr/>
          </a:p>
          <a:p>
            <a:pPr marL="755650" marR="0" lvl="1" indent="-285750" algn="l" rtl="0">
              <a:spcBef>
                <a:spcPts val="475"/>
              </a:spcBef>
              <a:spcAft>
                <a:spcPts val="0"/>
              </a:spcAft>
              <a:buClr>
                <a:schemeClr val="dk1"/>
              </a:buClr>
              <a:buSzPts val="2400"/>
              <a:buFont typeface="Georgia"/>
              <a:buChar char="•"/>
            </a:pPr>
            <a:r>
              <a:rPr lang="en-US" sz="2400" b="0" i="0" u="none" strike="noStrike" cap="none">
                <a:solidFill>
                  <a:schemeClr val="dk1"/>
                </a:solidFill>
                <a:latin typeface="Georgia"/>
                <a:ea typeface="Georgia"/>
                <a:cs typeface="Georgia"/>
                <a:sym typeface="Georgia"/>
              </a:rPr>
              <a:t>The</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square</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root</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operation</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 try</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really</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hard</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to</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avoid</a:t>
            </a:r>
            <a:r>
              <a:rPr lang="en-US" sz="2400" b="0" i="0" u="none" strike="noStrike" cap="none">
                <a:solidFill>
                  <a:schemeClr val="dk1"/>
                </a:solidFill>
                <a:latin typeface="Times New Roman"/>
                <a:ea typeface="Times New Roman"/>
                <a:cs typeface="Times New Roman"/>
                <a:sym typeface="Times New Roman"/>
              </a:rPr>
              <a:t> </a:t>
            </a:r>
            <a:r>
              <a:rPr lang="en-US" sz="2400" b="0" i="0" u="none" strike="noStrike" cap="none">
                <a:solidFill>
                  <a:schemeClr val="dk1"/>
                </a:solidFill>
                <a:latin typeface="Georgia"/>
                <a:ea typeface="Georgia"/>
                <a:cs typeface="Georgia"/>
                <a:sym typeface="Georgia"/>
              </a:rPr>
              <a:t>these!</a:t>
            </a:r>
            <a:endParaRPr/>
          </a:p>
          <a:p>
            <a:pPr marL="355600" marR="0" lvl="0" indent="-342900" algn="l" rtl="0">
              <a:spcBef>
                <a:spcPts val="575"/>
              </a:spcBef>
              <a:spcAft>
                <a:spcPts val="0"/>
              </a:spcAft>
              <a:buClr>
                <a:schemeClr val="dk1"/>
              </a:buClr>
              <a:buSzPts val="2400"/>
              <a:buFont typeface="Georgia"/>
              <a:buChar char="•"/>
            </a:pPr>
            <a:r>
              <a:rPr lang="en-US" sz="2400" b="0" u="none">
                <a:solidFill>
                  <a:schemeClr val="dk1"/>
                </a:solidFill>
                <a:latin typeface="Georgia"/>
                <a:ea typeface="Georgia"/>
                <a:cs typeface="Georgia"/>
                <a:sym typeface="Georgia"/>
              </a:rPr>
              <a:t>We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need</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a</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more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efficient,</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more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accurate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solution</a:t>
            </a:r>
            <a:endParaRPr/>
          </a:p>
        </p:txBody>
      </p:sp>
      <p:sp>
        <p:nvSpPr>
          <p:cNvPr id="314" name="Google Shape;314;p10"/>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100"/>
              <a:buFont typeface="Arial"/>
              <a:buNone/>
            </a:pPr>
            <a:r>
              <a:rPr lang="en-US"/>
              <a:t> </a:t>
            </a:r>
            <a:endParaRPr/>
          </a:p>
        </p:txBody>
      </p:sp>
      <p:sp>
        <p:nvSpPr>
          <p:cNvPr id="315" name="Google Shape;315;p1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316" name="Google Shape;316;p1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none">
                <a:solidFill>
                  <a:srgbClr val="898989"/>
                </a:solidFill>
                <a:latin typeface="Arial"/>
                <a:ea typeface="Arial"/>
                <a:cs typeface="Arial"/>
                <a:sym typeface="Arial"/>
              </a:rPr>
              <a:t>10</a:t>
            </a:fld>
            <a:endParaRPr sz="900" b="1" u="none">
              <a:solidFill>
                <a:srgbClr val="898989"/>
              </a:solidFill>
              <a:latin typeface="Arial"/>
              <a:ea typeface="Arial"/>
              <a:cs typeface="Arial"/>
              <a:sym typeface="Arial"/>
            </a:endParaRPr>
          </a:p>
        </p:txBody>
      </p:sp>
      <p:sp>
        <p:nvSpPr>
          <p:cNvPr id="317" name="Google Shape;317;p10"/>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Circle Drawing Algorithm</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318" name="Google Shape;318;p10"/>
          <p:cNvPicPr preferRelativeResize="0"/>
          <p:nvPr/>
        </p:nvPicPr>
        <p:blipFill rotWithShape="1">
          <a:blip r:embed="rId3">
            <a:alphaModFix/>
          </a:blip>
          <a:srcRect/>
          <a:stretch/>
        </p:blipFill>
        <p:spPr>
          <a:xfrm>
            <a:off x="8050200" y="151200"/>
            <a:ext cx="1371600" cy="685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11"/>
          <p:cNvSpPr txBox="1"/>
          <p:nvPr/>
        </p:nvSpPr>
        <p:spPr>
          <a:xfrm>
            <a:off x="612775" y="1149350"/>
            <a:ext cx="7778750" cy="3108325"/>
          </a:xfrm>
          <a:prstGeom prst="rect">
            <a:avLst/>
          </a:prstGeom>
          <a:noFill/>
          <a:ln>
            <a:noFill/>
          </a:ln>
        </p:spPr>
        <p:txBody>
          <a:bodyPr spcFirstLastPara="1" wrap="square" lIns="0" tIns="0" rIns="0" bIns="0" anchor="t" anchorCtr="0">
            <a:spAutoFit/>
          </a:bodyPr>
          <a:lstStyle/>
          <a:p>
            <a:pPr marL="355600" marR="0" lvl="0" indent="-342900" algn="l" rtl="0">
              <a:spcBef>
                <a:spcPts val="0"/>
              </a:spcBef>
              <a:spcAft>
                <a:spcPts val="0"/>
              </a:spcAft>
              <a:buClr>
                <a:schemeClr val="dk1"/>
              </a:buClr>
              <a:buSzPts val="2400"/>
              <a:buFont typeface="Georgia"/>
              <a:buChar char="•"/>
            </a:pPr>
            <a:r>
              <a:rPr lang="en-US" sz="2400" b="0" u="none">
                <a:solidFill>
                  <a:schemeClr val="dk1"/>
                </a:solidFill>
                <a:latin typeface="Georgia"/>
                <a:ea typeface="Georgia"/>
                <a:cs typeface="Georgia"/>
                <a:sym typeface="Georgia"/>
              </a:rPr>
              <a:t>Similarly</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to</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the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case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with</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lines,</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there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is</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an</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incremental</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algorithm</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for</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drawing</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circles</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 </a:t>
            </a:r>
            <a:r>
              <a:rPr lang="en-US" sz="2400" b="0" u="none">
                <a:solidFill>
                  <a:srgbClr val="FF0000"/>
                </a:solidFill>
                <a:latin typeface="Georgia"/>
                <a:ea typeface="Georgia"/>
                <a:cs typeface="Georgia"/>
                <a:sym typeface="Georgia"/>
              </a:rPr>
              <a:t>the</a:t>
            </a:r>
            <a:r>
              <a:rPr lang="en-US" sz="2400" b="0" u="none">
                <a:solidFill>
                  <a:srgbClr val="FF0000"/>
                </a:solidFill>
                <a:latin typeface="Times New Roman"/>
                <a:ea typeface="Times New Roman"/>
                <a:cs typeface="Times New Roman"/>
                <a:sym typeface="Times New Roman"/>
              </a:rPr>
              <a:t> </a:t>
            </a:r>
            <a:r>
              <a:rPr lang="en-US" sz="2400" b="0" u="none">
                <a:solidFill>
                  <a:srgbClr val="FF0000"/>
                </a:solidFill>
                <a:latin typeface="Georgia"/>
                <a:ea typeface="Georgia"/>
                <a:cs typeface="Georgia"/>
                <a:sym typeface="Georgia"/>
              </a:rPr>
              <a:t>mid-point</a:t>
            </a:r>
            <a:r>
              <a:rPr lang="en-US" sz="2400" b="0" u="none">
                <a:solidFill>
                  <a:srgbClr val="FF0000"/>
                </a:solidFill>
                <a:latin typeface="Times New Roman"/>
                <a:ea typeface="Times New Roman"/>
                <a:cs typeface="Times New Roman"/>
                <a:sym typeface="Times New Roman"/>
              </a:rPr>
              <a:t> </a:t>
            </a:r>
            <a:r>
              <a:rPr lang="en-US" sz="2400" b="0" u="none">
                <a:solidFill>
                  <a:srgbClr val="FF0000"/>
                </a:solidFill>
                <a:latin typeface="Georgia"/>
                <a:ea typeface="Georgia"/>
                <a:cs typeface="Georgia"/>
                <a:sym typeface="Georgia"/>
              </a:rPr>
              <a:t>circle</a:t>
            </a:r>
            <a:r>
              <a:rPr lang="en-US" sz="2400" b="0" u="none">
                <a:solidFill>
                  <a:srgbClr val="FF0000"/>
                </a:solidFill>
                <a:latin typeface="Times New Roman"/>
                <a:ea typeface="Times New Roman"/>
                <a:cs typeface="Times New Roman"/>
                <a:sym typeface="Times New Roman"/>
              </a:rPr>
              <a:t> </a:t>
            </a:r>
            <a:r>
              <a:rPr lang="en-US" sz="2400" b="0" u="none">
                <a:solidFill>
                  <a:srgbClr val="FF0000"/>
                </a:solidFill>
                <a:latin typeface="Georgia"/>
                <a:ea typeface="Georgia"/>
                <a:cs typeface="Georgia"/>
                <a:sym typeface="Georgia"/>
              </a:rPr>
              <a:t>algorithm</a:t>
            </a:r>
            <a:endParaRPr sz="2400" b="0" u="none">
              <a:solidFill>
                <a:schemeClr val="dk1"/>
              </a:solidFill>
              <a:latin typeface="Georgia"/>
              <a:ea typeface="Georgia"/>
              <a:cs typeface="Georgia"/>
              <a:sym typeface="Georgia"/>
            </a:endParaRPr>
          </a:p>
          <a:p>
            <a:pPr marL="355600" marR="0" lvl="0" indent="-342900" algn="l" rtl="0">
              <a:spcBef>
                <a:spcPts val="575"/>
              </a:spcBef>
              <a:spcAft>
                <a:spcPts val="0"/>
              </a:spcAft>
              <a:buClr>
                <a:schemeClr val="dk1"/>
              </a:buClr>
              <a:buSzPts val="2400"/>
              <a:buFont typeface="Georgia"/>
              <a:buChar char="•"/>
            </a:pPr>
            <a:r>
              <a:rPr lang="en-US" sz="2400" b="0" u="none">
                <a:solidFill>
                  <a:schemeClr val="dk1"/>
                </a:solidFill>
                <a:latin typeface="Georgia"/>
                <a:ea typeface="Georgia"/>
                <a:cs typeface="Georgia"/>
                <a:sym typeface="Georgia"/>
              </a:rPr>
              <a:t>In</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the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mid-point</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circle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algorithm</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we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use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eight-way</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symmetry</a:t>
            </a:r>
            <a:endParaRPr/>
          </a:p>
          <a:p>
            <a:pPr marL="355600" marR="0" lvl="0" indent="-342900" algn="just" rtl="0">
              <a:spcBef>
                <a:spcPts val="575"/>
              </a:spcBef>
              <a:spcAft>
                <a:spcPts val="0"/>
              </a:spcAft>
              <a:buClr>
                <a:schemeClr val="dk1"/>
              </a:buClr>
              <a:buSzPts val="2400"/>
              <a:buFont typeface="Georgia"/>
              <a:buChar char="•"/>
            </a:pPr>
            <a:r>
              <a:rPr lang="en-US" sz="2400" b="0" u="none">
                <a:solidFill>
                  <a:schemeClr val="dk1"/>
                </a:solidFill>
                <a:latin typeface="Georgia"/>
                <a:ea typeface="Georgia"/>
                <a:cs typeface="Georgia"/>
                <a:sym typeface="Georgia"/>
              </a:rPr>
              <a:t>so</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only</a:t>
            </a:r>
            <a:r>
              <a:rPr lang="en-US" sz="2400" b="0" u="none">
                <a:solidFill>
                  <a:schemeClr val="dk1"/>
                </a:solidFill>
                <a:latin typeface="Times New Roman"/>
                <a:ea typeface="Times New Roman"/>
                <a:cs typeface="Times New Roman"/>
                <a:sym typeface="Times New Roman"/>
              </a:rPr>
              <a:t> </a:t>
            </a:r>
            <a:r>
              <a:rPr lang="en-US" sz="2400" b="0" u="none">
                <a:solidFill>
                  <a:srgbClr val="FF0000"/>
                </a:solidFill>
                <a:latin typeface="Georgia"/>
                <a:ea typeface="Georgia"/>
                <a:cs typeface="Georgia"/>
                <a:sym typeface="Georgia"/>
              </a:rPr>
              <a:t>ever</a:t>
            </a:r>
            <a:r>
              <a:rPr lang="en-US" sz="2400" b="0" u="none">
                <a:solidFill>
                  <a:srgbClr val="FF0000"/>
                </a:solidFill>
                <a:latin typeface="Times New Roman"/>
                <a:ea typeface="Times New Roman"/>
                <a:cs typeface="Times New Roman"/>
                <a:sym typeface="Times New Roman"/>
              </a:rPr>
              <a:t> </a:t>
            </a:r>
            <a:r>
              <a:rPr lang="en-US" sz="2400" b="0" u="none">
                <a:solidFill>
                  <a:srgbClr val="FF0000"/>
                </a:solidFill>
                <a:latin typeface="Georgia"/>
                <a:ea typeface="Georgia"/>
                <a:cs typeface="Georgia"/>
                <a:sym typeface="Georgia"/>
              </a:rPr>
              <a:t>calculate</a:t>
            </a:r>
            <a:r>
              <a:rPr lang="en-US" sz="2400" b="0" u="none">
                <a:solidFill>
                  <a:srgbClr val="FF0000"/>
                </a:solidFill>
                <a:latin typeface="Times New Roman"/>
                <a:ea typeface="Times New Roman"/>
                <a:cs typeface="Times New Roman"/>
                <a:sym typeface="Times New Roman"/>
              </a:rPr>
              <a:t> </a:t>
            </a:r>
            <a:r>
              <a:rPr lang="en-US" sz="2400" b="0" u="none">
                <a:solidFill>
                  <a:srgbClr val="FF0000"/>
                </a:solidFill>
                <a:latin typeface="Georgia"/>
                <a:ea typeface="Georgia"/>
                <a:cs typeface="Georgia"/>
                <a:sym typeface="Georgia"/>
              </a:rPr>
              <a:t>the</a:t>
            </a:r>
            <a:r>
              <a:rPr lang="en-US" sz="2400" b="0" u="none">
                <a:solidFill>
                  <a:srgbClr val="FF0000"/>
                </a:solidFill>
                <a:latin typeface="Times New Roman"/>
                <a:ea typeface="Times New Roman"/>
                <a:cs typeface="Times New Roman"/>
                <a:sym typeface="Times New Roman"/>
              </a:rPr>
              <a:t> </a:t>
            </a:r>
            <a:r>
              <a:rPr lang="en-US" sz="2400" b="0" u="none">
                <a:solidFill>
                  <a:srgbClr val="FF0000"/>
                </a:solidFill>
                <a:latin typeface="Georgia"/>
                <a:ea typeface="Georgia"/>
                <a:cs typeface="Georgia"/>
                <a:sym typeface="Georgia"/>
              </a:rPr>
              <a:t>points</a:t>
            </a:r>
            <a:r>
              <a:rPr lang="en-US" sz="2400" b="0" u="none">
                <a:solidFill>
                  <a:srgbClr val="FF0000"/>
                </a:solidFill>
                <a:latin typeface="Times New Roman"/>
                <a:ea typeface="Times New Roman"/>
                <a:cs typeface="Times New Roman"/>
                <a:sym typeface="Times New Roman"/>
              </a:rPr>
              <a:t> </a:t>
            </a:r>
            <a:r>
              <a:rPr lang="en-US" sz="2400" b="0" u="none">
                <a:solidFill>
                  <a:srgbClr val="FF0000"/>
                </a:solidFill>
                <a:latin typeface="Georgia"/>
                <a:ea typeface="Georgia"/>
                <a:cs typeface="Georgia"/>
                <a:sym typeface="Georgia"/>
              </a:rPr>
              <a:t>for</a:t>
            </a:r>
            <a:r>
              <a:rPr lang="en-US" sz="2400" b="0" u="none">
                <a:solidFill>
                  <a:srgbClr val="FF0000"/>
                </a:solidFill>
                <a:latin typeface="Times New Roman"/>
                <a:ea typeface="Times New Roman"/>
                <a:cs typeface="Times New Roman"/>
                <a:sym typeface="Times New Roman"/>
              </a:rPr>
              <a:t> </a:t>
            </a:r>
            <a:r>
              <a:rPr lang="en-US" sz="2400" b="0" u="none">
                <a:solidFill>
                  <a:srgbClr val="FF0000"/>
                </a:solidFill>
                <a:latin typeface="Georgia"/>
                <a:ea typeface="Georgia"/>
                <a:cs typeface="Georgia"/>
                <a:sym typeface="Georgia"/>
              </a:rPr>
              <a:t>the</a:t>
            </a:r>
            <a:r>
              <a:rPr lang="en-US" sz="2400" b="0" u="none">
                <a:solidFill>
                  <a:srgbClr val="FF0000"/>
                </a:solidFill>
                <a:latin typeface="Times New Roman"/>
                <a:ea typeface="Times New Roman"/>
                <a:cs typeface="Times New Roman"/>
                <a:sym typeface="Times New Roman"/>
              </a:rPr>
              <a:t> </a:t>
            </a:r>
            <a:r>
              <a:rPr lang="en-US" sz="2400" b="0" u="none">
                <a:solidFill>
                  <a:srgbClr val="FF0000"/>
                </a:solidFill>
                <a:latin typeface="Georgia"/>
                <a:ea typeface="Georgia"/>
                <a:cs typeface="Georgia"/>
                <a:sym typeface="Georgia"/>
              </a:rPr>
              <a:t>top</a:t>
            </a:r>
            <a:r>
              <a:rPr lang="en-US" sz="2400" b="0" u="none">
                <a:solidFill>
                  <a:srgbClr val="FF0000"/>
                </a:solidFill>
                <a:latin typeface="Times New Roman"/>
                <a:ea typeface="Times New Roman"/>
                <a:cs typeface="Times New Roman"/>
                <a:sym typeface="Times New Roman"/>
              </a:rPr>
              <a:t> </a:t>
            </a:r>
            <a:r>
              <a:rPr lang="en-US" sz="2400" b="0" u="none">
                <a:solidFill>
                  <a:srgbClr val="FF0000"/>
                </a:solidFill>
                <a:latin typeface="Georgia"/>
                <a:ea typeface="Georgia"/>
                <a:cs typeface="Georgia"/>
                <a:sym typeface="Georgia"/>
              </a:rPr>
              <a:t>right</a:t>
            </a:r>
            <a:r>
              <a:rPr lang="en-US" sz="2400" b="0" u="none">
                <a:solidFill>
                  <a:srgbClr val="FF0000"/>
                </a:solidFill>
                <a:latin typeface="Times New Roman"/>
                <a:ea typeface="Times New Roman"/>
                <a:cs typeface="Times New Roman"/>
                <a:sym typeface="Times New Roman"/>
              </a:rPr>
              <a:t> </a:t>
            </a:r>
            <a:r>
              <a:rPr lang="en-US" sz="2400" b="0" u="none">
                <a:solidFill>
                  <a:srgbClr val="FF0000"/>
                </a:solidFill>
                <a:latin typeface="Georgia"/>
                <a:ea typeface="Georgia"/>
                <a:cs typeface="Georgia"/>
                <a:sym typeface="Georgia"/>
              </a:rPr>
              <a:t>eighth</a:t>
            </a:r>
            <a:r>
              <a:rPr lang="en-US" sz="2400" b="0" u="none">
                <a:solidFill>
                  <a:srgbClr val="FF0000"/>
                </a:solidFill>
                <a:latin typeface="Times New Roman"/>
                <a:ea typeface="Times New Roman"/>
                <a:cs typeface="Times New Roman"/>
                <a:sym typeface="Times New Roman"/>
              </a:rPr>
              <a:t> </a:t>
            </a:r>
            <a:r>
              <a:rPr lang="en-US" sz="2400" b="0" u="none">
                <a:solidFill>
                  <a:srgbClr val="FF0000"/>
                </a:solidFill>
                <a:latin typeface="Georgia"/>
                <a:ea typeface="Georgia"/>
                <a:cs typeface="Georgia"/>
                <a:sym typeface="Georgia"/>
              </a:rPr>
              <a:t>of</a:t>
            </a:r>
            <a:r>
              <a:rPr lang="en-US" sz="2400" b="0" u="none">
                <a:solidFill>
                  <a:srgbClr val="FF0000"/>
                </a:solidFill>
                <a:latin typeface="Times New Roman"/>
                <a:ea typeface="Times New Roman"/>
                <a:cs typeface="Times New Roman"/>
                <a:sym typeface="Times New Roman"/>
              </a:rPr>
              <a:t> </a:t>
            </a:r>
            <a:r>
              <a:rPr lang="en-US" sz="2400" b="0" u="none">
                <a:solidFill>
                  <a:srgbClr val="FF0000"/>
                </a:solidFill>
                <a:latin typeface="Georgia"/>
                <a:ea typeface="Georgia"/>
                <a:cs typeface="Georgia"/>
                <a:sym typeface="Georgia"/>
              </a:rPr>
              <a:t>a</a:t>
            </a:r>
            <a:r>
              <a:rPr lang="en-US" sz="2400" b="0" u="none">
                <a:solidFill>
                  <a:srgbClr val="FF0000"/>
                </a:solidFill>
                <a:latin typeface="Times New Roman"/>
                <a:ea typeface="Times New Roman"/>
                <a:cs typeface="Times New Roman"/>
                <a:sym typeface="Times New Roman"/>
              </a:rPr>
              <a:t> </a:t>
            </a:r>
            <a:r>
              <a:rPr lang="en-US" sz="2400" b="0" u="none">
                <a:solidFill>
                  <a:srgbClr val="FF0000"/>
                </a:solidFill>
                <a:latin typeface="Georgia"/>
                <a:ea typeface="Georgia"/>
                <a:cs typeface="Georgia"/>
                <a:sym typeface="Georgia"/>
              </a:rPr>
              <a:t>circle</a:t>
            </a:r>
            <a:r>
              <a:rPr lang="en-US" sz="2400" b="0" u="none">
                <a:solidFill>
                  <a:schemeClr val="dk1"/>
                </a:solidFill>
                <a:latin typeface="Georgia"/>
                <a:ea typeface="Georgia"/>
                <a:cs typeface="Georgia"/>
                <a:sym typeface="Georgia"/>
              </a:rPr>
              <a:t>,</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and</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then</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use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symmetry</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to</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get</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the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rest</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of</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the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points</a:t>
            </a:r>
            <a:endParaRPr/>
          </a:p>
        </p:txBody>
      </p:sp>
      <p:sp>
        <p:nvSpPr>
          <p:cNvPr id="324" name="Google Shape;324;p1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a:t>Department of CSE, Daffodil International University</a:t>
            </a:r>
            <a:endParaRPr/>
          </a:p>
        </p:txBody>
      </p:sp>
      <p:sp>
        <p:nvSpPr>
          <p:cNvPr id="325" name="Google Shape;325;p1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11</a:t>
            </a:fld>
            <a:endParaRPr sz="900" b="1" u="sng">
              <a:solidFill>
                <a:srgbClr val="898989"/>
              </a:solidFill>
              <a:latin typeface="Arial"/>
              <a:ea typeface="Arial"/>
              <a:cs typeface="Arial"/>
              <a:sym typeface="Arial"/>
            </a:endParaRPr>
          </a:p>
        </p:txBody>
      </p:sp>
      <p:sp>
        <p:nvSpPr>
          <p:cNvPr id="326" name="Google Shape;326;p11"/>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Circle Drawing Algorithm</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327" name="Google Shape;327;p11"/>
          <p:cNvPicPr preferRelativeResize="0"/>
          <p:nvPr/>
        </p:nvPicPr>
        <p:blipFill rotWithShape="1">
          <a:blip r:embed="rId3">
            <a:alphaModFix/>
          </a:blip>
          <a:srcRect/>
          <a:stretch/>
        </p:blipFill>
        <p:spPr>
          <a:xfrm>
            <a:off x="8050200" y="151200"/>
            <a:ext cx="1371600" cy="685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12"/>
          <p:cNvSpPr/>
          <p:nvPr/>
        </p:nvSpPr>
        <p:spPr>
          <a:xfrm>
            <a:off x="3889375" y="119063"/>
            <a:ext cx="709613" cy="101123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dk1"/>
              </a:solidFill>
              <a:latin typeface="Calibri"/>
              <a:ea typeface="Calibri"/>
              <a:cs typeface="Calibri"/>
              <a:sym typeface="Calibri"/>
            </a:endParaRPr>
          </a:p>
        </p:txBody>
      </p:sp>
      <p:sp>
        <p:nvSpPr>
          <p:cNvPr id="333" name="Google Shape;333;p12"/>
          <p:cNvSpPr/>
          <p:nvPr/>
        </p:nvSpPr>
        <p:spPr>
          <a:xfrm>
            <a:off x="4522788" y="2928938"/>
            <a:ext cx="76200" cy="3571875"/>
          </a:xfrm>
          <a:custGeom>
            <a:avLst/>
            <a:gdLst/>
            <a:ahLst/>
            <a:cxnLst/>
            <a:rect l="l" t="t" r="r" b="b"/>
            <a:pathLst>
              <a:path w="76200" h="3572510" extrusionOk="0">
                <a:moveTo>
                  <a:pt x="31608" y="3495726"/>
                </a:moveTo>
                <a:lnTo>
                  <a:pt x="0" y="3495726"/>
                </a:lnTo>
                <a:lnTo>
                  <a:pt x="37947" y="3571926"/>
                </a:lnTo>
                <a:lnTo>
                  <a:pt x="69822" y="3508430"/>
                </a:lnTo>
                <a:lnTo>
                  <a:pt x="31607" y="3508430"/>
                </a:lnTo>
                <a:lnTo>
                  <a:pt x="31608" y="3495726"/>
                </a:lnTo>
                <a:close/>
              </a:path>
              <a:path w="76200" h="3572510" extrusionOk="0">
                <a:moveTo>
                  <a:pt x="44439" y="63489"/>
                </a:moveTo>
                <a:lnTo>
                  <a:pt x="31729" y="63489"/>
                </a:lnTo>
                <a:lnTo>
                  <a:pt x="31607" y="3508430"/>
                </a:lnTo>
                <a:lnTo>
                  <a:pt x="44317" y="3508430"/>
                </a:lnTo>
                <a:lnTo>
                  <a:pt x="44439" y="63489"/>
                </a:lnTo>
                <a:close/>
              </a:path>
              <a:path w="76200" h="3572510" extrusionOk="0">
                <a:moveTo>
                  <a:pt x="76199" y="3495726"/>
                </a:moveTo>
                <a:lnTo>
                  <a:pt x="44318" y="3495726"/>
                </a:lnTo>
                <a:lnTo>
                  <a:pt x="44317" y="3508430"/>
                </a:lnTo>
                <a:lnTo>
                  <a:pt x="69822" y="3508430"/>
                </a:lnTo>
                <a:lnTo>
                  <a:pt x="76199" y="3495726"/>
                </a:lnTo>
                <a:close/>
              </a:path>
              <a:path w="76200" h="3572510" extrusionOk="0">
                <a:moveTo>
                  <a:pt x="38099" y="0"/>
                </a:moveTo>
                <a:lnTo>
                  <a:pt x="0" y="76199"/>
                </a:lnTo>
                <a:lnTo>
                  <a:pt x="31729" y="76199"/>
                </a:lnTo>
                <a:lnTo>
                  <a:pt x="31729" y="63489"/>
                </a:lnTo>
                <a:lnTo>
                  <a:pt x="69844" y="63489"/>
                </a:lnTo>
                <a:lnTo>
                  <a:pt x="38099" y="0"/>
                </a:lnTo>
                <a:close/>
              </a:path>
              <a:path w="76200" h="3572510" extrusionOk="0">
                <a:moveTo>
                  <a:pt x="69844" y="63489"/>
                </a:moveTo>
                <a:lnTo>
                  <a:pt x="44439" y="63489"/>
                </a:lnTo>
                <a:lnTo>
                  <a:pt x="44439" y="76199"/>
                </a:lnTo>
                <a:lnTo>
                  <a:pt x="76199" y="76199"/>
                </a:lnTo>
                <a:lnTo>
                  <a:pt x="69844" y="63489"/>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34" name="Google Shape;334;p12"/>
          <p:cNvSpPr/>
          <p:nvPr/>
        </p:nvSpPr>
        <p:spPr>
          <a:xfrm>
            <a:off x="2774950" y="4676775"/>
            <a:ext cx="3571875" cy="76200"/>
          </a:xfrm>
          <a:custGeom>
            <a:avLst/>
            <a:gdLst/>
            <a:ahLst/>
            <a:cxnLst/>
            <a:rect l="l" t="t" r="r" b="b"/>
            <a:pathLst>
              <a:path w="3571875" h="76200" extrusionOk="0">
                <a:moveTo>
                  <a:pt x="76199" y="0"/>
                </a:moveTo>
                <a:lnTo>
                  <a:pt x="0" y="38099"/>
                </a:lnTo>
                <a:lnTo>
                  <a:pt x="76199" y="76199"/>
                </a:lnTo>
                <a:lnTo>
                  <a:pt x="76199" y="44445"/>
                </a:lnTo>
                <a:lnTo>
                  <a:pt x="63495" y="44445"/>
                </a:lnTo>
                <a:lnTo>
                  <a:pt x="63495" y="31753"/>
                </a:lnTo>
                <a:lnTo>
                  <a:pt x="76199" y="31753"/>
                </a:lnTo>
                <a:lnTo>
                  <a:pt x="76199" y="0"/>
                </a:lnTo>
                <a:close/>
              </a:path>
              <a:path w="3571875" h="76200" extrusionOk="0">
                <a:moveTo>
                  <a:pt x="3495665" y="0"/>
                </a:moveTo>
                <a:lnTo>
                  <a:pt x="3495665" y="76199"/>
                </a:lnTo>
                <a:lnTo>
                  <a:pt x="3559173" y="44445"/>
                </a:lnTo>
                <a:lnTo>
                  <a:pt x="3508375" y="44445"/>
                </a:lnTo>
                <a:lnTo>
                  <a:pt x="3508375" y="31753"/>
                </a:lnTo>
                <a:lnTo>
                  <a:pt x="3559173" y="31753"/>
                </a:lnTo>
                <a:lnTo>
                  <a:pt x="3495665" y="0"/>
                </a:lnTo>
                <a:close/>
              </a:path>
              <a:path w="3571875" h="76200" extrusionOk="0">
                <a:moveTo>
                  <a:pt x="76199" y="31753"/>
                </a:moveTo>
                <a:lnTo>
                  <a:pt x="63495" y="31753"/>
                </a:lnTo>
                <a:lnTo>
                  <a:pt x="63495" y="44445"/>
                </a:lnTo>
                <a:lnTo>
                  <a:pt x="76199" y="44445"/>
                </a:lnTo>
                <a:lnTo>
                  <a:pt x="76199" y="31753"/>
                </a:lnTo>
                <a:close/>
              </a:path>
              <a:path w="3571875" h="76200" extrusionOk="0">
                <a:moveTo>
                  <a:pt x="3495665" y="31753"/>
                </a:moveTo>
                <a:lnTo>
                  <a:pt x="76199" y="31753"/>
                </a:lnTo>
                <a:lnTo>
                  <a:pt x="76199" y="44445"/>
                </a:lnTo>
                <a:lnTo>
                  <a:pt x="3495665" y="44445"/>
                </a:lnTo>
                <a:lnTo>
                  <a:pt x="3495665" y="31753"/>
                </a:lnTo>
                <a:close/>
              </a:path>
              <a:path w="3571875" h="76200" extrusionOk="0">
                <a:moveTo>
                  <a:pt x="3559173" y="31753"/>
                </a:moveTo>
                <a:lnTo>
                  <a:pt x="3508375" y="31753"/>
                </a:lnTo>
                <a:lnTo>
                  <a:pt x="3508375" y="44445"/>
                </a:lnTo>
                <a:lnTo>
                  <a:pt x="3559173" y="44445"/>
                </a:lnTo>
                <a:lnTo>
                  <a:pt x="3571865" y="38099"/>
                </a:lnTo>
                <a:lnTo>
                  <a:pt x="3559173" y="31753"/>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35" name="Google Shape;335;p12"/>
          <p:cNvSpPr/>
          <p:nvPr/>
        </p:nvSpPr>
        <p:spPr>
          <a:xfrm>
            <a:off x="3173413" y="3314700"/>
            <a:ext cx="2771775" cy="2771775"/>
          </a:xfrm>
          <a:custGeom>
            <a:avLst/>
            <a:gdLst/>
            <a:ahLst/>
            <a:cxnLst/>
            <a:rect l="l" t="t" r="r" b="b"/>
            <a:pathLst>
              <a:path w="2771775" h="2771775" extrusionOk="0">
                <a:moveTo>
                  <a:pt x="0" y="1385946"/>
                </a:moveTo>
                <a:lnTo>
                  <a:pt x="4593" y="1272278"/>
                </a:lnTo>
                <a:lnTo>
                  <a:pt x="18136" y="1161141"/>
                </a:lnTo>
                <a:lnTo>
                  <a:pt x="40271" y="1052890"/>
                </a:lnTo>
                <a:lnTo>
                  <a:pt x="70643" y="947883"/>
                </a:lnTo>
                <a:lnTo>
                  <a:pt x="108895" y="846477"/>
                </a:lnTo>
                <a:lnTo>
                  <a:pt x="154670" y="749028"/>
                </a:lnTo>
                <a:lnTo>
                  <a:pt x="207611" y="655892"/>
                </a:lnTo>
                <a:lnTo>
                  <a:pt x="267363" y="567428"/>
                </a:lnTo>
                <a:lnTo>
                  <a:pt x="333569" y="483990"/>
                </a:lnTo>
                <a:lnTo>
                  <a:pt x="405871" y="405937"/>
                </a:lnTo>
                <a:lnTo>
                  <a:pt x="483914" y="333624"/>
                </a:lnTo>
                <a:lnTo>
                  <a:pt x="567342" y="267409"/>
                </a:lnTo>
                <a:lnTo>
                  <a:pt x="655796" y="207648"/>
                </a:lnTo>
                <a:lnTo>
                  <a:pt x="748922" y="154698"/>
                </a:lnTo>
                <a:lnTo>
                  <a:pt x="846362" y="108915"/>
                </a:lnTo>
                <a:lnTo>
                  <a:pt x="947761" y="70657"/>
                </a:lnTo>
                <a:lnTo>
                  <a:pt x="1052760" y="40279"/>
                </a:lnTo>
                <a:lnTo>
                  <a:pt x="1161005" y="18139"/>
                </a:lnTo>
                <a:lnTo>
                  <a:pt x="1272138" y="4594"/>
                </a:lnTo>
                <a:lnTo>
                  <a:pt x="1385803" y="0"/>
                </a:lnTo>
                <a:lnTo>
                  <a:pt x="1499473" y="4594"/>
                </a:lnTo>
                <a:lnTo>
                  <a:pt x="1610613" y="18139"/>
                </a:lnTo>
                <a:lnTo>
                  <a:pt x="1718865" y="40279"/>
                </a:lnTo>
                <a:lnTo>
                  <a:pt x="1823873" y="70657"/>
                </a:lnTo>
                <a:lnTo>
                  <a:pt x="1925281" y="108915"/>
                </a:lnTo>
                <a:lnTo>
                  <a:pt x="2022731" y="154698"/>
                </a:lnTo>
                <a:lnTo>
                  <a:pt x="2115866" y="207648"/>
                </a:lnTo>
                <a:lnTo>
                  <a:pt x="2204332" y="267409"/>
                </a:lnTo>
                <a:lnTo>
                  <a:pt x="2287769" y="333624"/>
                </a:lnTo>
                <a:lnTo>
                  <a:pt x="2365823" y="405937"/>
                </a:lnTo>
                <a:lnTo>
                  <a:pt x="2438135" y="483990"/>
                </a:lnTo>
                <a:lnTo>
                  <a:pt x="2504351" y="567428"/>
                </a:lnTo>
                <a:lnTo>
                  <a:pt x="2564112" y="655892"/>
                </a:lnTo>
                <a:lnTo>
                  <a:pt x="2617062" y="749028"/>
                </a:lnTo>
                <a:lnTo>
                  <a:pt x="2662844" y="846477"/>
                </a:lnTo>
                <a:lnTo>
                  <a:pt x="2701102" y="947883"/>
                </a:lnTo>
                <a:lnTo>
                  <a:pt x="2731480" y="1052890"/>
                </a:lnTo>
                <a:lnTo>
                  <a:pt x="2753619" y="1161141"/>
                </a:lnTo>
                <a:lnTo>
                  <a:pt x="2767165" y="1272278"/>
                </a:lnTo>
                <a:lnTo>
                  <a:pt x="2771759" y="1385946"/>
                </a:lnTo>
                <a:lnTo>
                  <a:pt x="2767165" y="1499598"/>
                </a:lnTo>
                <a:lnTo>
                  <a:pt x="2753619" y="1610720"/>
                </a:lnTo>
                <a:lnTo>
                  <a:pt x="2731480" y="1718957"/>
                </a:lnTo>
                <a:lnTo>
                  <a:pt x="2701102" y="1823952"/>
                </a:lnTo>
                <a:lnTo>
                  <a:pt x="2662844" y="1925347"/>
                </a:lnTo>
                <a:lnTo>
                  <a:pt x="2617062" y="2022787"/>
                </a:lnTo>
                <a:lnTo>
                  <a:pt x="2564112" y="2115914"/>
                </a:lnTo>
                <a:lnTo>
                  <a:pt x="2504351" y="2204372"/>
                </a:lnTo>
                <a:lnTo>
                  <a:pt x="2438135" y="2287803"/>
                </a:lnTo>
                <a:lnTo>
                  <a:pt x="2365823" y="2365852"/>
                </a:lnTo>
                <a:lnTo>
                  <a:pt x="2287769" y="2438160"/>
                </a:lnTo>
                <a:lnTo>
                  <a:pt x="2204332" y="2504372"/>
                </a:lnTo>
                <a:lnTo>
                  <a:pt x="2115866" y="2564131"/>
                </a:lnTo>
                <a:lnTo>
                  <a:pt x="2022731" y="2617079"/>
                </a:lnTo>
                <a:lnTo>
                  <a:pt x="1925281" y="2662861"/>
                </a:lnTo>
                <a:lnTo>
                  <a:pt x="1823873" y="2701118"/>
                </a:lnTo>
                <a:lnTo>
                  <a:pt x="1718865" y="2731495"/>
                </a:lnTo>
                <a:lnTo>
                  <a:pt x="1610613" y="2753635"/>
                </a:lnTo>
                <a:lnTo>
                  <a:pt x="1499473" y="2767180"/>
                </a:lnTo>
                <a:lnTo>
                  <a:pt x="1385803" y="2771774"/>
                </a:lnTo>
                <a:lnTo>
                  <a:pt x="1272138" y="2767180"/>
                </a:lnTo>
                <a:lnTo>
                  <a:pt x="1161005" y="2753635"/>
                </a:lnTo>
                <a:lnTo>
                  <a:pt x="1052760" y="2731495"/>
                </a:lnTo>
                <a:lnTo>
                  <a:pt x="947761" y="2701118"/>
                </a:lnTo>
                <a:lnTo>
                  <a:pt x="846362" y="2662861"/>
                </a:lnTo>
                <a:lnTo>
                  <a:pt x="748922" y="2617079"/>
                </a:lnTo>
                <a:lnTo>
                  <a:pt x="655796" y="2564131"/>
                </a:lnTo>
                <a:lnTo>
                  <a:pt x="567342" y="2504372"/>
                </a:lnTo>
                <a:lnTo>
                  <a:pt x="483914" y="2438160"/>
                </a:lnTo>
                <a:lnTo>
                  <a:pt x="405871" y="2365852"/>
                </a:lnTo>
                <a:lnTo>
                  <a:pt x="333569" y="2287803"/>
                </a:lnTo>
                <a:lnTo>
                  <a:pt x="267363" y="2204372"/>
                </a:lnTo>
                <a:lnTo>
                  <a:pt x="207611" y="2115914"/>
                </a:lnTo>
                <a:lnTo>
                  <a:pt x="154670" y="2022787"/>
                </a:lnTo>
                <a:lnTo>
                  <a:pt x="108895" y="1925347"/>
                </a:lnTo>
                <a:lnTo>
                  <a:pt x="70643" y="1823952"/>
                </a:lnTo>
                <a:lnTo>
                  <a:pt x="40271" y="1718957"/>
                </a:lnTo>
                <a:lnTo>
                  <a:pt x="18136" y="1610720"/>
                </a:lnTo>
                <a:lnTo>
                  <a:pt x="4593" y="1499598"/>
                </a:lnTo>
                <a:lnTo>
                  <a:pt x="0" y="1385946"/>
                </a:lnTo>
                <a:close/>
              </a:path>
            </a:pathLst>
          </a:custGeom>
          <a:noFill/>
          <a:ln w="25375" cap="flat" cmpd="sng">
            <a:solidFill>
              <a:srgbClr val="00007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36" name="Google Shape;336;p12"/>
          <p:cNvSpPr/>
          <p:nvPr/>
        </p:nvSpPr>
        <p:spPr>
          <a:xfrm>
            <a:off x="4900613" y="3319463"/>
            <a:ext cx="122237" cy="120650"/>
          </a:xfrm>
          <a:custGeom>
            <a:avLst/>
            <a:gdLst/>
            <a:ahLst/>
            <a:cxnLst/>
            <a:rect l="l" t="t" r="r" b="b"/>
            <a:pathLst>
              <a:path w="121920" h="121285" extrusionOk="0">
                <a:moveTo>
                  <a:pt x="49442" y="0"/>
                </a:moveTo>
                <a:lnTo>
                  <a:pt x="14145" y="20855"/>
                </a:lnTo>
                <a:lnTo>
                  <a:pt x="0" y="59973"/>
                </a:lnTo>
                <a:lnTo>
                  <a:pt x="13690" y="98281"/>
                </a:lnTo>
                <a:lnTo>
                  <a:pt x="49182" y="119535"/>
                </a:lnTo>
                <a:lnTo>
                  <a:pt x="64431" y="121118"/>
                </a:lnTo>
                <a:lnTo>
                  <a:pt x="77775" y="118867"/>
                </a:lnTo>
                <a:lnTo>
                  <a:pt x="109523" y="95792"/>
                </a:lnTo>
                <a:lnTo>
                  <a:pt x="121782" y="52870"/>
                </a:lnTo>
                <a:lnTo>
                  <a:pt x="118867" y="40311"/>
                </a:lnTo>
                <a:lnTo>
                  <a:pt x="94511" y="10801"/>
                </a:lnTo>
                <a:lnTo>
                  <a:pt x="49442" y="0"/>
                </a:lnTo>
                <a:close/>
              </a:path>
            </a:pathLst>
          </a:custGeom>
          <a:solidFill>
            <a:srgbClr val="FF65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37" name="Google Shape;337;p12"/>
          <p:cNvSpPr/>
          <p:nvPr/>
        </p:nvSpPr>
        <p:spPr>
          <a:xfrm>
            <a:off x="4900613" y="3319463"/>
            <a:ext cx="122237" cy="120650"/>
          </a:xfrm>
          <a:custGeom>
            <a:avLst/>
            <a:gdLst/>
            <a:ahLst/>
            <a:cxnLst/>
            <a:rect l="l" t="t" r="r" b="b"/>
            <a:pathLst>
              <a:path w="121920" h="121285" extrusionOk="0">
                <a:moveTo>
                  <a:pt x="0" y="59973"/>
                </a:moveTo>
                <a:lnTo>
                  <a:pt x="14145" y="20855"/>
                </a:lnTo>
                <a:lnTo>
                  <a:pt x="49442" y="0"/>
                </a:lnTo>
                <a:lnTo>
                  <a:pt x="66552" y="1008"/>
                </a:lnTo>
                <a:lnTo>
                  <a:pt x="105103" y="18969"/>
                </a:lnTo>
                <a:lnTo>
                  <a:pt x="121782" y="52870"/>
                </a:lnTo>
                <a:lnTo>
                  <a:pt x="120422" y="69014"/>
                </a:lnTo>
                <a:lnTo>
                  <a:pt x="100657" y="105983"/>
                </a:lnTo>
                <a:lnTo>
                  <a:pt x="64431" y="121118"/>
                </a:lnTo>
                <a:lnTo>
                  <a:pt x="49182" y="119535"/>
                </a:lnTo>
                <a:lnTo>
                  <a:pt x="13690" y="98281"/>
                </a:lnTo>
                <a:lnTo>
                  <a:pt x="0" y="60030"/>
                </a:lnTo>
                <a:lnTo>
                  <a:pt x="0" y="59973"/>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38" name="Google Shape;338;p12"/>
          <p:cNvSpPr/>
          <p:nvPr/>
        </p:nvSpPr>
        <p:spPr>
          <a:xfrm>
            <a:off x="4114800" y="3319463"/>
            <a:ext cx="122238" cy="120650"/>
          </a:xfrm>
          <a:custGeom>
            <a:avLst/>
            <a:gdLst/>
            <a:ahLst/>
            <a:cxnLst/>
            <a:rect l="l" t="t" r="r" b="b"/>
            <a:pathLst>
              <a:path w="121920" h="121285" extrusionOk="0">
                <a:moveTo>
                  <a:pt x="49442" y="0"/>
                </a:moveTo>
                <a:lnTo>
                  <a:pt x="14149" y="20851"/>
                </a:lnTo>
                <a:lnTo>
                  <a:pt x="0" y="59977"/>
                </a:lnTo>
                <a:lnTo>
                  <a:pt x="0" y="60169"/>
                </a:lnTo>
                <a:lnTo>
                  <a:pt x="13749" y="98341"/>
                </a:lnTo>
                <a:lnTo>
                  <a:pt x="49299" y="119537"/>
                </a:lnTo>
                <a:lnTo>
                  <a:pt x="64587" y="121112"/>
                </a:lnTo>
                <a:lnTo>
                  <a:pt x="77913" y="118829"/>
                </a:lnTo>
                <a:lnTo>
                  <a:pt x="109639" y="95715"/>
                </a:lnTo>
                <a:lnTo>
                  <a:pt x="121892" y="52788"/>
                </a:lnTo>
                <a:lnTo>
                  <a:pt x="118952" y="40248"/>
                </a:lnTo>
                <a:lnTo>
                  <a:pt x="94520" y="10784"/>
                </a:lnTo>
                <a:lnTo>
                  <a:pt x="49442" y="0"/>
                </a:lnTo>
                <a:close/>
              </a:path>
            </a:pathLst>
          </a:custGeom>
          <a:solidFill>
            <a:srgbClr val="FF65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39" name="Google Shape;339;p12"/>
          <p:cNvSpPr/>
          <p:nvPr/>
        </p:nvSpPr>
        <p:spPr>
          <a:xfrm>
            <a:off x="4114800" y="3319463"/>
            <a:ext cx="122238" cy="120650"/>
          </a:xfrm>
          <a:custGeom>
            <a:avLst/>
            <a:gdLst/>
            <a:ahLst/>
            <a:cxnLst/>
            <a:rect l="l" t="t" r="r" b="b"/>
            <a:pathLst>
              <a:path w="121920" h="121285" extrusionOk="0">
                <a:moveTo>
                  <a:pt x="0" y="59977"/>
                </a:moveTo>
                <a:lnTo>
                  <a:pt x="14149" y="20851"/>
                </a:lnTo>
                <a:lnTo>
                  <a:pt x="49442" y="0"/>
                </a:lnTo>
                <a:lnTo>
                  <a:pt x="66543" y="1007"/>
                </a:lnTo>
                <a:lnTo>
                  <a:pt x="105134" y="18939"/>
                </a:lnTo>
                <a:lnTo>
                  <a:pt x="121892" y="52788"/>
                </a:lnTo>
                <a:lnTo>
                  <a:pt x="120535" y="68935"/>
                </a:lnTo>
                <a:lnTo>
                  <a:pt x="100777" y="105912"/>
                </a:lnTo>
                <a:lnTo>
                  <a:pt x="64587" y="121112"/>
                </a:lnTo>
                <a:lnTo>
                  <a:pt x="49299" y="119537"/>
                </a:lnTo>
                <a:lnTo>
                  <a:pt x="13749" y="98341"/>
                </a:lnTo>
                <a:lnTo>
                  <a:pt x="0" y="60169"/>
                </a:lnTo>
                <a:lnTo>
                  <a:pt x="0" y="59977"/>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40" name="Google Shape;340;p12"/>
          <p:cNvSpPr/>
          <p:nvPr/>
        </p:nvSpPr>
        <p:spPr>
          <a:xfrm>
            <a:off x="4900613" y="5967413"/>
            <a:ext cx="122237" cy="120650"/>
          </a:xfrm>
          <a:custGeom>
            <a:avLst/>
            <a:gdLst/>
            <a:ahLst/>
            <a:cxnLst/>
            <a:rect l="l" t="t" r="r" b="b"/>
            <a:pathLst>
              <a:path w="121920" h="121285" extrusionOk="0">
                <a:moveTo>
                  <a:pt x="49410" y="0"/>
                </a:moveTo>
                <a:lnTo>
                  <a:pt x="14135" y="20888"/>
                </a:lnTo>
                <a:lnTo>
                  <a:pt x="0" y="60011"/>
                </a:lnTo>
                <a:lnTo>
                  <a:pt x="1603" y="73944"/>
                </a:lnTo>
                <a:lnTo>
                  <a:pt x="23447" y="107649"/>
                </a:lnTo>
                <a:lnTo>
                  <a:pt x="64377" y="121028"/>
                </a:lnTo>
                <a:lnTo>
                  <a:pt x="77732" y="118792"/>
                </a:lnTo>
                <a:lnTo>
                  <a:pt x="109509" y="95762"/>
                </a:lnTo>
                <a:lnTo>
                  <a:pt x="121776" y="52851"/>
                </a:lnTo>
                <a:lnTo>
                  <a:pt x="118851" y="40302"/>
                </a:lnTo>
                <a:lnTo>
                  <a:pt x="94482" y="10799"/>
                </a:lnTo>
                <a:lnTo>
                  <a:pt x="49410" y="0"/>
                </a:lnTo>
                <a:close/>
              </a:path>
            </a:pathLst>
          </a:custGeom>
          <a:solidFill>
            <a:srgbClr val="FF65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41" name="Google Shape;341;p12"/>
          <p:cNvSpPr/>
          <p:nvPr/>
        </p:nvSpPr>
        <p:spPr>
          <a:xfrm>
            <a:off x="4900613" y="5967413"/>
            <a:ext cx="122237" cy="120650"/>
          </a:xfrm>
          <a:custGeom>
            <a:avLst/>
            <a:gdLst/>
            <a:ahLst/>
            <a:cxnLst/>
            <a:rect l="l" t="t" r="r" b="b"/>
            <a:pathLst>
              <a:path w="121920" h="121285" extrusionOk="0">
                <a:moveTo>
                  <a:pt x="0" y="60011"/>
                </a:moveTo>
                <a:lnTo>
                  <a:pt x="14135" y="20888"/>
                </a:lnTo>
                <a:lnTo>
                  <a:pt x="49410" y="0"/>
                </a:lnTo>
                <a:lnTo>
                  <a:pt x="66521" y="1006"/>
                </a:lnTo>
                <a:lnTo>
                  <a:pt x="105076" y="18967"/>
                </a:lnTo>
                <a:lnTo>
                  <a:pt x="121776" y="52851"/>
                </a:lnTo>
                <a:lnTo>
                  <a:pt x="120416" y="68999"/>
                </a:lnTo>
                <a:lnTo>
                  <a:pt x="100635" y="105940"/>
                </a:lnTo>
                <a:lnTo>
                  <a:pt x="64377" y="121028"/>
                </a:lnTo>
                <a:lnTo>
                  <a:pt x="49126" y="119443"/>
                </a:lnTo>
                <a:lnTo>
                  <a:pt x="13634" y="98180"/>
                </a:lnTo>
                <a:lnTo>
                  <a:pt x="0" y="60011"/>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42" name="Google Shape;342;p12"/>
          <p:cNvSpPr/>
          <p:nvPr/>
        </p:nvSpPr>
        <p:spPr>
          <a:xfrm>
            <a:off x="4114800" y="5967413"/>
            <a:ext cx="122238" cy="120650"/>
          </a:xfrm>
          <a:custGeom>
            <a:avLst/>
            <a:gdLst/>
            <a:ahLst/>
            <a:cxnLst/>
            <a:rect l="l" t="t" r="r" b="b"/>
            <a:pathLst>
              <a:path w="121920" h="121285" extrusionOk="0">
                <a:moveTo>
                  <a:pt x="49410" y="0"/>
                </a:moveTo>
                <a:lnTo>
                  <a:pt x="14139" y="20884"/>
                </a:lnTo>
                <a:lnTo>
                  <a:pt x="0" y="60015"/>
                </a:lnTo>
                <a:lnTo>
                  <a:pt x="13693" y="98240"/>
                </a:lnTo>
                <a:lnTo>
                  <a:pt x="49244" y="119445"/>
                </a:lnTo>
                <a:lnTo>
                  <a:pt x="64533" y="121022"/>
                </a:lnTo>
                <a:lnTo>
                  <a:pt x="77870" y="118753"/>
                </a:lnTo>
                <a:lnTo>
                  <a:pt x="109625" y="95685"/>
                </a:lnTo>
                <a:lnTo>
                  <a:pt x="121886" y="52770"/>
                </a:lnTo>
                <a:lnTo>
                  <a:pt x="118935" y="40238"/>
                </a:lnTo>
                <a:lnTo>
                  <a:pt x="94492" y="10782"/>
                </a:lnTo>
                <a:lnTo>
                  <a:pt x="49410" y="0"/>
                </a:lnTo>
                <a:close/>
              </a:path>
            </a:pathLst>
          </a:custGeom>
          <a:solidFill>
            <a:srgbClr val="FF65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43" name="Google Shape;343;p12"/>
          <p:cNvSpPr/>
          <p:nvPr/>
        </p:nvSpPr>
        <p:spPr>
          <a:xfrm>
            <a:off x="4114800" y="5967413"/>
            <a:ext cx="122238" cy="120650"/>
          </a:xfrm>
          <a:custGeom>
            <a:avLst/>
            <a:gdLst/>
            <a:ahLst/>
            <a:cxnLst/>
            <a:rect l="l" t="t" r="r" b="b"/>
            <a:pathLst>
              <a:path w="121920" h="121285" extrusionOk="0">
                <a:moveTo>
                  <a:pt x="0" y="60015"/>
                </a:moveTo>
                <a:lnTo>
                  <a:pt x="14139" y="20884"/>
                </a:lnTo>
                <a:lnTo>
                  <a:pt x="49410" y="0"/>
                </a:lnTo>
                <a:lnTo>
                  <a:pt x="66512" y="1005"/>
                </a:lnTo>
                <a:lnTo>
                  <a:pt x="105107" y="18936"/>
                </a:lnTo>
                <a:lnTo>
                  <a:pt x="121886" y="52770"/>
                </a:lnTo>
                <a:lnTo>
                  <a:pt x="120529" y="68920"/>
                </a:lnTo>
                <a:lnTo>
                  <a:pt x="100754" y="105868"/>
                </a:lnTo>
                <a:lnTo>
                  <a:pt x="64533" y="121022"/>
                </a:lnTo>
                <a:lnTo>
                  <a:pt x="49244" y="119445"/>
                </a:lnTo>
                <a:lnTo>
                  <a:pt x="13693" y="98240"/>
                </a:lnTo>
                <a:lnTo>
                  <a:pt x="0" y="60057"/>
                </a:lnTo>
                <a:lnTo>
                  <a:pt x="0" y="60015"/>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44" name="Google Shape;344;p12"/>
          <p:cNvSpPr/>
          <p:nvPr/>
        </p:nvSpPr>
        <p:spPr>
          <a:xfrm>
            <a:off x="3167063" y="5051425"/>
            <a:ext cx="120650" cy="122238"/>
          </a:xfrm>
          <a:custGeom>
            <a:avLst/>
            <a:gdLst/>
            <a:ahLst/>
            <a:cxnLst/>
            <a:rect l="l" t="t" r="r" b="b"/>
            <a:pathLst>
              <a:path w="121285" h="121920" extrusionOk="0">
                <a:moveTo>
                  <a:pt x="61136" y="0"/>
                </a:moveTo>
                <a:lnTo>
                  <a:pt x="22779" y="13738"/>
                </a:lnTo>
                <a:lnTo>
                  <a:pt x="1576" y="49281"/>
                </a:lnTo>
                <a:lnTo>
                  <a:pt x="0" y="64566"/>
                </a:lnTo>
                <a:lnTo>
                  <a:pt x="2280" y="77891"/>
                </a:lnTo>
                <a:lnTo>
                  <a:pt x="25390" y="109621"/>
                </a:lnTo>
                <a:lnTo>
                  <a:pt x="68315" y="121878"/>
                </a:lnTo>
                <a:lnTo>
                  <a:pt x="80858" y="118939"/>
                </a:lnTo>
                <a:lnTo>
                  <a:pt x="110327" y="94512"/>
                </a:lnTo>
                <a:lnTo>
                  <a:pt x="121114" y="49439"/>
                </a:lnTo>
                <a:lnTo>
                  <a:pt x="116857" y="35987"/>
                </a:lnTo>
                <a:lnTo>
                  <a:pt x="88721" y="6552"/>
                </a:lnTo>
                <a:lnTo>
                  <a:pt x="61136" y="0"/>
                </a:lnTo>
                <a:close/>
              </a:path>
            </a:pathLst>
          </a:custGeom>
          <a:solidFill>
            <a:srgbClr val="FF65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45" name="Google Shape;345;p12"/>
          <p:cNvSpPr/>
          <p:nvPr/>
        </p:nvSpPr>
        <p:spPr>
          <a:xfrm>
            <a:off x="3167063" y="5051425"/>
            <a:ext cx="120650" cy="122238"/>
          </a:xfrm>
          <a:custGeom>
            <a:avLst/>
            <a:gdLst/>
            <a:ahLst/>
            <a:cxnLst/>
            <a:rect l="l" t="t" r="r" b="b"/>
            <a:pathLst>
              <a:path w="121285" h="121920" extrusionOk="0">
                <a:moveTo>
                  <a:pt x="61136" y="0"/>
                </a:moveTo>
                <a:lnTo>
                  <a:pt x="100263" y="14146"/>
                </a:lnTo>
                <a:lnTo>
                  <a:pt x="121114" y="49439"/>
                </a:lnTo>
                <a:lnTo>
                  <a:pt x="120106" y="66537"/>
                </a:lnTo>
                <a:lnTo>
                  <a:pt x="102170" y="105124"/>
                </a:lnTo>
                <a:lnTo>
                  <a:pt x="68315" y="121878"/>
                </a:lnTo>
                <a:lnTo>
                  <a:pt x="52169" y="120520"/>
                </a:lnTo>
                <a:lnTo>
                  <a:pt x="15194" y="100757"/>
                </a:lnTo>
                <a:lnTo>
                  <a:pt x="0" y="64566"/>
                </a:lnTo>
                <a:lnTo>
                  <a:pt x="1576" y="49281"/>
                </a:lnTo>
                <a:lnTo>
                  <a:pt x="22779" y="13738"/>
                </a:lnTo>
                <a:lnTo>
                  <a:pt x="60961" y="0"/>
                </a:lnTo>
                <a:lnTo>
                  <a:pt x="61136" y="0"/>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46" name="Google Shape;346;p12"/>
          <p:cNvSpPr/>
          <p:nvPr/>
        </p:nvSpPr>
        <p:spPr>
          <a:xfrm>
            <a:off x="3167063" y="4265613"/>
            <a:ext cx="120650" cy="122237"/>
          </a:xfrm>
          <a:custGeom>
            <a:avLst/>
            <a:gdLst/>
            <a:ahLst/>
            <a:cxnLst/>
            <a:rect l="l" t="t" r="r" b="b"/>
            <a:pathLst>
              <a:path w="121285" h="121920" extrusionOk="0">
                <a:moveTo>
                  <a:pt x="61142" y="0"/>
                </a:moveTo>
                <a:lnTo>
                  <a:pt x="22778" y="13788"/>
                </a:lnTo>
                <a:lnTo>
                  <a:pt x="1578" y="49342"/>
                </a:lnTo>
                <a:lnTo>
                  <a:pt x="0" y="64594"/>
                </a:lnTo>
                <a:lnTo>
                  <a:pt x="2260" y="77928"/>
                </a:lnTo>
                <a:lnTo>
                  <a:pt x="25354" y="109644"/>
                </a:lnTo>
                <a:lnTo>
                  <a:pt x="68308" y="121882"/>
                </a:lnTo>
                <a:lnTo>
                  <a:pt x="80853" y="118956"/>
                </a:lnTo>
                <a:lnTo>
                  <a:pt x="110326" y="94581"/>
                </a:lnTo>
                <a:lnTo>
                  <a:pt x="121101" y="49474"/>
                </a:lnTo>
                <a:lnTo>
                  <a:pt x="116829" y="36026"/>
                </a:lnTo>
                <a:lnTo>
                  <a:pt x="88698" y="6565"/>
                </a:lnTo>
                <a:lnTo>
                  <a:pt x="61142" y="0"/>
                </a:lnTo>
                <a:close/>
              </a:path>
            </a:pathLst>
          </a:custGeom>
          <a:solidFill>
            <a:srgbClr val="FF65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47" name="Google Shape;347;p12"/>
          <p:cNvSpPr/>
          <p:nvPr/>
        </p:nvSpPr>
        <p:spPr>
          <a:xfrm>
            <a:off x="3167063" y="4265613"/>
            <a:ext cx="120650" cy="122237"/>
          </a:xfrm>
          <a:custGeom>
            <a:avLst/>
            <a:gdLst/>
            <a:ahLst/>
            <a:cxnLst/>
            <a:rect l="l" t="t" r="r" b="b"/>
            <a:pathLst>
              <a:path w="121285" h="121920" extrusionOk="0">
                <a:moveTo>
                  <a:pt x="61142" y="0"/>
                </a:moveTo>
                <a:lnTo>
                  <a:pt x="100232" y="14170"/>
                </a:lnTo>
                <a:lnTo>
                  <a:pt x="121101" y="49474"/>
                </a:lnTo>
                <a:lnTo>
                  <a:pt x="120099" y="66602"/>
                </a:lnTo>
                <a:lnTo>
                  <a:pt x="102169" y="105179"/>
                </a:lnTo>
                <a:lnTo>
                  <a:pt x="68308" y="121882"/>
                </a:lnTo>
                <a:lnTo>
                  <a:pt x="52149" y="120526"/>
                </a:lnTo>
                <a:lnTo>
                  <a:pt x="15157" y="100789"/>
                </a:lnTo>
                <a:lnTo>
                  <a:pt x="0" y="64594"/>
                </a:lnTo>
                <a:lnTo>
                  <a:pt x="1578" y="49342"/>
                </a:lnTo>
                <a:lnTo>
                  <a:pt x="22778" y="13788"/>
                </a:lnTo>
                <a:lnTo>
                  <a:pt x="60950" y="0"/>
                </a:lnTo>
                <a:lnTo>
                  <a:pt x="61142" y="0"/>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48" name="Google Shape;348;p12"/>
          <p:cNvSpPr/>
          <p:nvPr/>
        </p:nvSpPr>
        <p:spPr>
          <a:xfrm>
            <a:off x="5821363" y="5051425"/>
            <a:ext cx="120650" cy="122238"/>
          </a:xfrm>
          <a:custGeom>
            <a:avLst/>
            <a:gdLst/>
            <a:ahLst/>
            <a:cxnLst/>
            <a:rect l="l" t="t" r="r" b="b"/>
            <a:pathLst>
              <a:path w="121285" h="121920" extrusionOk="0">
                <a:moveTo>
                  <a:pt x="61107" y="0"/>
                </a:moveTo>
                <a:lnTo>
                  <a:pt x="22793" y="13721"/>
                </a:lnTo>
                <a:lnTo>
                  <a:pt x="1578" y="49259"/>
                </a:lnTo>
                <a:lnTo>
                  <a:pt x="0" y="64542"/>
                </a:lnTo>
                <a:lnTo>
                  <a:pt x="2276" y="77872"/>
                </a:lnTo>
                <a:lnTo>
                  <a:pt x="25377" y="109615"/>
                </a:lnTo>
                <a:lnTo>
                  <a:pt x="68286" y="121878"/>
                </a:lnTo>
                <a:lnTo>
                  <a:pt x="80828" y="118939"/>
                </a:lnTo>
                <a:lnTo>
                  <a:pt x="110298" y="94512"/>
                </a:lnTo>
                <a:lnTo>
                  <a:pt x="121085" y="49439"/>
                </a:lnTo>
                <a:lnTo>
                  <a:pt x="116827" y="35987"/>
                </a:lnTo>
                <a:lnTo>
                  <a:pt x="88692" y="6552"/>
                </a:lnTo>
                <a:lnTo>
                  <a:pt x="61107" y="0"/>
                </a:lnTo>
                <a:close/>
              </a:path>
            </a:pathLst>
          </a:custGeom>
          <a:solidFill>
            <a:srgbClr val="FF65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49" name="Google Shape;349;p12"/>
          <p:cNvSpPr/>
          <p:nvPr/>
        </p:nvSpPr>
        <p:spPr>
          <a:xfrm>
            <a:off x="5821363" y="5051425"/>
            <a:ext cx="120650" cy="122238"/>
          </a:xfrm>
          <a:custGeom>
            <a:avLst/>
            <a:gdLst/>
            <a:ahLst/>
            <a:cxnLst/>
            <a:rect l="l" t="t" r="r" b="b"/>
            <a:pathLst>
              <a:path w="121285" h="121920" extrusionOk="0">
                <a:moveTo>
                  <a:pt x="61107" y="0"/>
                </a:moveTo>
                <a:lnTo>
                  <a:pt x="100234" y="14146"/>
                </a:lnTo>
                <a:lnTo>
                  <a:pt x="121085" y="49439"/>
                </a:lnTo>
                <a:lnTo>
                  <a:pt x="120076" y="66537"/>
                </a:lnTo>
                <a:lnTo>
                  <a:pt x="102141" y="105124"/>
                </a:lnTo>
                <a:lnTo>
                  <a:pt x="68286" y="121878"/>
                </a:lnTo>
                <a:lnTo>
                  <a:pt x="52147" y="120519"/>
                </a:lnTo>
                <a:lnTo>
                  <a:pt x="15184" y="100747"/>
                </a:lnTo>
                <a:lnTo>
                  <a:pt x="0" y="64542"/>
                </a:lnTo>
                <a:lnTo>
                  <a:pt x="1578" y="49259"/>
                </a:lnTo>
                <a:lnTo>
                  <a:pt x="22793" y="13721"/>
                </a:lnTo>
                <a:lnTo>
                  <a:pt x="60977" y="0"/>
                </a:lnTo>
                <a:lnTo>
                  <a:pt x="61107" y="0"/>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50" name="Google Shape;350;p12"/>
          <p:cNvSpPr/>
          <p:nvPr/>
        </p:nvSpPr>
        <p:spPr>
          <a:xfrm>
            <a:off x="5821363" y="4265613"/>
            <a:ext cx="120650" cy="122237"/>
          </a:xfrm>
          <a:custGeom>
            <a:avLst/>
            <a:gdLst/>
            <a:ahLst/>
            <a:cxnLst/>
            <a:rect l="l" t="t" r="r" b="b"/>
            <a:pathLst>
              <a:path w="121285" h="121920" extrusionOk="0">
                <a:moveTo>
                  <a:pt x="61113" y="0"/>
                </a:moveTo>
                <a:lnTo>
                  <a:pt x="22792" y="13770"/>
                </a:lnTo>
                <a:lnTo>
                  <a:pt x="1579" y="49321"/>
                </a:lnTo>
                <a:lnTo>
                  <a:pt x="0" y="64570"/>
                </a:lnTo>
                <a:lnTo>
                  <a:pt x="2256" y="77909"/>
                </a:lnTo>
                <a:lnTo>
                  <a:pt x="25341" y="109638"/>
                </a:lnTo>
                <a:lnTo>
                  <a:pt x="68279" y="121882"/>
                </a:lnTo>
                <a:lnTo>
                  <a:pt x="80824" y="118956"/>
                </a:lnTo>
                <a:lnTo>
                  <a:pt x="110297" y="94581"/>
                </a:lnTo>
                <a:lnTo>
                  <a:pt x="121072" y="49474"/>
                </a:lnTo>
                <a:lnTo>
                  <a:pt x="116800" y="36026"/>
                </a:lnTo>
                <a:lnTo>
                  <a:pt x="88669" y="6565"/>
                </a:lnTo>
                <a:lnTo>
                  <a:pt x="61113" y="0"/>
                </a:lnTo>
                <a:close/>
              </a:path>
            </a:pathLst>
          </a:custGeom>
          <a:solidFill>
            <a:srgbClr val="FF65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51" name="Google Shape;351;p12"/>
          <p:cNvSpPr/>
          <p:nvPr/>
        </p:nvSpPr>
        <p:spPr>
          <a:xfrm>
            <a:off x="5821363" y="4265613"/>
            <a:ext cx="120650" cy="122237"/>
          </a:xfrm>
          <a:custGeom>
            <a:avLst/>
            <a:gdLst/>
            <a:ahLst/>
            <a:cxnLst/>
            <a:rect l="l" t="t" r="r" b="b"/>
            <a:pathLst>
              <a:path w="121285" h="121920" extrusionOk="0">
                <a:moveTo>
                  <a:pt x="61113" y="0"/>
                </a:moveTo>
                <a:lnTo>
                  <a:pt x="100203" y="14170"/>
                </a:lnTo>
                <a:lnTo>
                  <a:pt x="121072" y="49474"/>
                </a:lnTo>
                <a:lnTo>
                  <a:pt x="120070" y="66602"/>
                </a:lnTo>
                <a:lnTo>
                  <a:pt x="102140" y="105179"/>
                </a:lnTo>
                <a:lnTo>
                  <a:pt x="68279" y="121882"/>
                </a:lnTo>
                <a:lnTo>
                  <a:pt x="52127" y="120525"/>
                </a:lnTo>
                <a:lnTo>
                  <a:pt x="15146" y="100779"/>
                </a:lnTo>
                <a:lnTo>
                  <a:pt x="0" y="64570"/>
                </a:lnTo>
                <a:lnTo>
                  <a:pt x="1579" y="49321"/>
                </a:lnTo>
                <a:lnTo>
                  <a:pt x="22792" y="13770"/>
                </a:lnTo>
                <a:lnTo>
                  <a:pt x="60965" y="0"/>
                </a:lnTo>
                <a:lnTo>
                  <a:pt x="61113" y="0"/>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52" name="Google Shape;352;p12"/>
          <p:cNvSpPr txBox="1"/>
          <p:nvPr/>
        </p:nvSpPr>
        <p:spPr>
          <a:xfrm>
            <a:off x="711988" y="1130300"/>
            <a:ext cx="7683600" cy="2074200"/>
          </a:xfrm>
          <a:prstGeom prst="rect">
            <a:avLst/>
          </a:prstGeom>
          <a:noFill/>
          <a:ln>
            <a:noFill/>
          </a:ln>
        </p:spPr>
        <p:txBody>
          <a:bodyPr spcFirstLastPara="1" wrap="square" lIns="0" tIns="0" rIns="0" bIns="0" anchor="t" anchorCtr="0">
            <a:spAutoFit/>
          </a:bodyPr>
          <a:lstStyle/>
          <a:p>
            <a:pPr marL="355600" marR="0" lvl="0" indent="-342900" algn="just" rtl="0">
              <a:lnSpc>
                <a:spcPct val="101000"/>
              </a:lnSpc>
              <a:spcBef>
                <a:spcPts val="0"/>
              </a:spcBef>
              <a:spcAft>
                <a:spcPts val="0"/>
              </a:spcAft>
              <a:buClr>
                <a:schemeClr val="dk1"/>
              </a:buClr>
              <a:buSzPts val="2000"/>
              <a:buFont typeface="Georgia"/>
              <a:buChar char="•"/>
            </a:pPr>
            <a:r>
              <a:rPr lang="en-US" sz="2000" b="0" u="none">
                <a:solidFill>
                  <a:schemeClr val="dk1"/>
                </a:solidFill>
                <a:latin typeface="Georgia"/>
                <a:ea typeface="Georgia"/>
                <a:cs typeface="Georgia"/>
                <a:sym typeface="Georgia"/>
              </a:rPr>
              <a:t>Use</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8-fold</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symmetry</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and</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only</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compute</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pixel</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positions</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for</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the</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45</a:t>
            </a:r>
            <a:r>
              <a:rPr lang="en-US" sz="2000" b="0" u="none">
                <a:solidFill>
                  <a:schemeClr val="dk1"/>
                </a:solidFill>
                <a:latin typeface="Gulim"/>
                <a:ea typeface="Gulim"/>
                <a:cs typeface="Gulim"/>
                <a:sym typeface="Gulim"/>
              </a:rPr>
              <a:t>°</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sector.</a:t>
            </a:r>
            <a:endParaRPr/>
          </a:p>
          <a:p>
            <a:pPr marL="355600" marR="0" lvl="0" indent="-342900" algn="just" rtl="0">
              <a:lnSpc>
                <a:spcPct val="101000"/>
              </a:lnSpc>
              <a:spcBef>
                <a:spcPts val="0"/>
              </a:spcBef>
              <a:spcAft>
                <a:spcPts val="0"/>
              </a:spcAft>
              <a:buClr>
                <a:schemeClr val="dk1"/>
              </a:buClr>
              <a:buSzPts val="2000"/>
              <a:buFont typeface="Georgia"/>
              <a:buChar char="•"/>
            </a:pPr>
            <a:r>
              <a:rPr lang="en-US" sz="2000" b="0" u="none">
                <a:solidFill>
                  <a:schemeClr val="dk1"/>
                </a:solidFill>
                <a:latin typeface="Georgia"/>
                <a:ea typeface="Georgia"/>
                <a:cs typeface="Georgia"/>
                <a:sym typeface="Georgia"/>
              </a:rPr>
              <a:t>The</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first</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thing</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we</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can</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notice</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to</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make</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our</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circle</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drawing</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algorithm</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more</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efficient</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is</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that</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circles</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centered</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at</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(0,</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0)</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have</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eight-way</a:t>
            </a:r>
            <a:r>
              <a:rPr lang="en-US" sz="2000" b="0" u="none">
                <a:solidFill>
                  <a:schemeClr val="dk1"/>
                </a:solidFill>
                <a:latin typeface="Times New Roman"/>
                <a:ea typeface="Times New Roman"/>
                <a:cs typeface="Times New Roman"/>
                <a:sym typeface="Times New Roman"/>
              </a:rPr>
              <a:t> </a:t>
            </a:r>
            <a:r>
              <a:rPr lang="en-US" sz="2000" b="0" u="none">
                <a:solidFill>
                  <a:schemeClr val="dk1"/>
                </a:solidFill>
                <a:latin typeface="Georgia"/>
                <a:ea typeface="Georgia"/>
                <a:cs typeface="Georgia"/>
                <a:sym typeface="Georgia"/>
              </a:rPr>
              <a:t>symmetry</a:t>
            </a:r>
            <a:endParaRPr/>
          </a:p>
          <a:p>
            <a:pPr marL="355600" marR="0" lvl="0" indent="-342900" algn="ctr" rtl="0">
              <a:spcBef>
                <a:spcPts val="1650"/>
              </a:spcBef>
              <a:spcAft>
                <a:spcPts val="0"/>
              </a:spcAft>
              <a:buNone/>
            </a:pPr>
            <a:r>
              <a:rPr lang="en-US" sz="2000" b="1" i="1" u="sng">
                <a:solidFill>
                  <a:srgbClr val="FF6500"/>
                </a:solidFill>
                <a:latin typeface="Times New Roman"/>
                <a:ea typeface="Times New Roman"/>
                <a:cs typeface="Times New Roman"/>
                <a:sym typeface="Times New Roman"/>
              </a:rPr>
              <a:t>(-x, y)	(x, y)</a:t>
            </a:r>
            <a:endParaRPr sz="2000" b="1" u="sng">
              <a:solidFill>
                <a:schemeClr val="dk1"/>
              </a:solidFill>
              <a:latin typeface="Times New Roman"/>
              <a:ea typeface="Times New Roman"/>
              <a:cs typeface="Times New Roman"/>
              <a:sym typeface="Times New Roman"/>
            </a:endParaRPr>
          </a:p>
        </p:txBody>
      </p:sp>
      <p:sp>
        <p:nvSpPr>
          <p:cNvPr id="353" name="Google Shape;353;p12"/>
          <p:cNvSpPr txBox="1"/>
          <p:nvPr/>
        </p:nvSpPr>
        <p:spPr>
          <a:xfrm>
            <a:off x="5970588" y="4081463"/>
            <a:ext cx="606425" cy="304800"/>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200" b="1" i="1" u="sng">
                <a:solidFill>
                  <a:srgbClr val="FF6500"/>
                </a:solidFill>
                <a:latin typeface="Times New Roman"/>
                <a:ea typeface="Times New Roman"/>
                <a:cs typeface="Times New Roman"/>
                <a:sym typeface="Times New Roman"/>
              </a:rPr>
              <a:t>(y, x)</a:t>
            </a:r>
            <a:endParaRPr sz="2200" b="1" u="sng">
              <a:solidFill>
                <a:schemeClr val="lt1"/>
              </a:solidFill>
              <a:latin typeface="Times New Roman"/>
              <a:ea typeface="Times New Roman"/>
              <a:cs typeface="Times New Roman"/>
              <a:sym typeface="Times New Roman"/>
            </a:endParaRPr>
          </a:p>
        </p:txBody>
      </p:sp>
      <p:sp>
        <p:nvSpPr>
          <p:cNvPr id="354" name="Google Shape;354;p12"/>
          <p:cNvSpPr txBox="1"/>
          <p:nvPr/>
        </p:nvSpPr>
        <p:spPr>
          <a:xfrm>
            <a:off x="5926138" y="5102225"/>
            <a:ext cx="700087" cy="304800"/>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200" b="1" i="1" u="sng">
                <a:solidFill>
                  <a:srgbClr val="FF6500"/>
                </a:solidFill>
                <a:latin typeface="Times New Roman"/>
                <a:ea typeface="Times New Roman"/>
                <a:cs typeface="Times New Roman"/>
                <a:sym typeface="Times New Roman"/>
              </a:rPr>
              <a:t>(y, -x)</a:t>
            </a:r>
            <a:endParaRPr sz="2200" b="1" u="sng">
              <a:solidFill>
                <a:schemeClr val="lt1"/>
              </a:solidFill>
              <a:latin typeface="Times New Roman"/>
              <a:ea typeface="Times New Roman"/>
              <a:cs typeface="Times New Roman"/>
              <a:sym typeface="Times New Roman"/>
            </a:endParaRPr>
          </a:p>
        </p:txBody>
      </p:sp>
      <p:sp>
        <p:nvSpPr>
          <p:cNvPr id="355" name="Google Shape;355;p12"/>
          <p:cNvSpPr txBox="1"/>
          <p:nvPr/>
        </p:nvSpPr>
        <p:spPr>
          <a:xfrm>
            <a:off x="5029200" y="6032500"/>
            <a:ext cx="708025" cy="304800"/>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200" b="1" i="1" u="sng">
                <a:solidFill>
                  <a:srgbClr val="FF6500"/>
                </a:solidFill>
                <a:latin typeface="Times New Roman"/>
                <a:ea typeface="Times New Roman"/>
                <a:cs typeface="Times New Roman"/>
                <a:sym typeface="Times New Roman"/>
              </a:rPr>
              <a:t>(x, -y)</a:t>
            </a:r>
            <a:endParaRPr sz="2200" b="1" u="sng">
              <a:solidFill>
                <a:schemeClr val="lt1"/>
              </a:solidFill>
              <a:latin typeface="Times New Roman"/>
              <a:ea typeface="Times New Roman"/>
              <a:cs typeface="Times New Roman"/>
              <a:sym typeface="Times New Roman"/>
            </a:endParaRPr>
          </a:p>
        </p:txBody>
      </p:sp>
      <p:sp>
        <p:nvSpPr>
          <p:cNvPr id="356" name="Google Shape;356;p12"/>
          <p:cNvSpPr txBox="1"/>
          <p:nvPr/>
        </p:nvSpPr>
        <p:spPr>
          <a:xfrm>
            <a:off x="3357563" y="6032500"/>
            <a:ext cx="800100" cy="304800"/>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200" b="1" i="1" u="sng">
                <a:solidFill>
                  <a:srgbClr val="FF6500"/>
                </a:solidFill>
                <a:latin typeface="Times New Roman"/>
                <a:ea typeface="Times New Roman"/>
                <a:cs typeface="Times New Roman"/>
                <a:sym typeface="Times New Roman"/>
              </a:rPr>
              <a:t>(-x, -y)</a:t>
            </a:r>
            <a:endParaRPr sz="2200" b="1" u="sng">
              <a:solidFill>
                <a:schemeClr val="lt1"/>
              </a:solidFill>
              <a:latin typeface="Times New Roman"/>
              <a:ea typeface="Times New Roman"/>
              <a:cs typeface="Times New Roman"/>
              <a:sym typeface="Times New Roman"/>
            </a:endParaRPr>
          </a:p>
        </p:txBody>
      </p:sp>
      <p:sp>
        <p:nvSpPr>
          <p:cNvPr id="357" name="Google Shape;357;p12"/>
          <p:cNvSpPr txBox="1"/>
          <p:nvPr/>
        </p:nvSpPr>
        <p:spPr>
          <a:xfrm>
            <a:off x="2379663" y="5102225"/>
            <a:ext cx="792162" cy="304800"/>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200" b="1" i="1" u="sng">
                <a:solidFill>
                  <a:srgbClr val="FF6500"/>
                </a:solidFill>
                <a:latin typeface="Times New Roman"/>
                <a:ea typeface="Times New Roman"/>
                <a:cs typeface="Times New Roman"/>
                <a:sym typeface="Times New Roman"/>
              </a:rPr>
              <a:t>(-y, -x)</a:t>
            </a:r>
            <a:endParaRPr sz="2200" b="1" u="sng">
              <a:solidFill>
                <a:schemeClr val="lt1"/>
              </a:solidFill>
              <a:latin typeface="Times New Roman"/>
              <a:ea typeface="Times New Roman"/>
              <a:cs typeface="Times New Roman"/>
              <a:sym typeface="Times New Roman"/>
            </a:endParaRPr>
          </a:p>
        </p:txBody>
      </p:sp>
      <p:sp>
        <p:nvSpPr>
          <p:cNvPr id="358" name="Google Shape;358;p12"/>
          <p:cNvSpPr txBox="1"/>
          <p:nvPr/>
        </p:nvSpPr>
        <p:spPr>
          <a:xfrm>
            <a:off x="2465388" y="4081463"/>
            <a:ext cx="698500" cy="304800"/>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2200" b="1" i="1" u="sng">
                <a:solidFill>
                  <a:srgbClr val="FF6500"/>
                </a:solidFill>
                <a:latin typeface="Times New Roman"/>
                <a:ea typeface="Times New Roman"/>
                <a:cs typeface="Times New Roman"/>
                <a:sym typeface="Times New Roman"/>
              </a:rPr>
              <a:t>(-y, x)</a:t>
            </a:r>
            <a:endParaRPr sz="2200" b="1" u="sng">
              <a:solidFill>
                <a:schemeClr val="lt1"/>
              </a:solidFill>
              <a:latin typeface="Times New Roman"/>
              <a:ea typeface="Times New Roman"/>
              <a:cs typeface="Times New Roman"/>
              <a:sym typeface="Times New Roman"/>
            </a:endParaRPr>
          </a:p>
        </p:txBody>
      </p:sp>
      <p:sp>
        <p:nvSpPr>
          <p:cNvPr id="359" name="Google Shape;359;p12"/>
          <p:cNvSpPr/>
          <p:nvPr/>
        </p:nvSpPr>
        <p:spPr>
          <a:xfrm>
            <a:off x="3494088" y="3662363"/>
            <a:ext cx="2119312" cy="2119312"/>
          </a:xfrm>
          <a:custGeom>
            <a:avLst/>
            <a:gdLst/>
            <a:ahLst/>
            <a:cxnLst/>
            <a:rect l="l" t="t" r="r" b="b"/>
            <a:pathLst>
              <a:path w="2119629" h="2119629" extrusionOk="0">
                <a:moveTo>
                  <a:pt x="0" y="2119259"/>
                </a:moveTo>
                <a:lnTo>
                  <a:pt x="2119243" y="0"/>
                </a:lnTo>
              </a:path>
            </a:pathLst>
          </a:custGeom>
          <a:noFill/>
          <a:ln w="25375" cap="flat" cmpd="sng">
            <a:solidFill>
              <a:srgbClr val="98CCFF"/>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60" name="Google Shape;360;p12"/>
          <p:cNvSpPr/>
          <p:nvPr/>
        </p:nvSpPr>
        <p:spPr>
          <a:xfrm>
            <a:off x="5541963" y="4672013"/>
            <a:ext cx="0" cy="95250"/>
          </a:xfrm>
          <a:custGeom>
            <a:avLst/>
            <a:gdLst/>
            <a:ahLst/>
            <a:cxnLst/>
            <a:rect l="l" t="t" r="r" b="b"/>
            <a:pathLst>
              <a:path w="120000" h="95250" extrusionOk="0">
                <a:moveTo>
                  <a:pt x="0" y="0"/>
                </a:moveTo>
                <a:lnTo>
                  <a:pt x="0" y="95249"/>
                </a:lnTo>
              </a:path>
            </a:pathLst>
          </a:custGeom>
          <a:noFill/>
          <a:ln w="25375" cap="flat" cmpd="sng">
            <a:solidFill>
              <a:srgbClr val="98CCFF"/>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61" name="Google Shape;361;p12"/>
          <p:cNvSpPr/>
          <p:nvPr/>
        </p:nvSpPr>
        <p:spPr>
          <a:xfrm>
            <a:off x="5443538" y="5087938"/>
            <a:ext cx="19050" cy="11112"/>
          </a:xfrm>
          <a:custGeom>
            <a:avLst/>
            <a:gdLst/>
            <a:ahLst/>
            <a:cxnLst/>
            <a:rect l="l" t="t" r="r" b="b"/>
            <a:pathLst>
              <a:path w="19685" h="11429" extrusionOk="0">
                <a:moveTo>
                  <a:pt x="0" y="11085"/>
                </a:moveTo>
                <a:lnTo>
                  <a:pt x="19270" y="0"/>
                </a:lnTo>
              </a:path>
            </a:pathLst>
          </a:custGeom>
          <a:noFill/>
          <a:ln w="9525"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62" name="Google Shape;362;p12"/>
          <p:cNvSpPr/>
          <p:nvPr/>
        </p:nvSpPr>
        <p:spPr>
          <a:xfrm>
            <a:off x="5462588" y="5091113"/>
            <a:ext cx="26987" cy="50800"/>
          </a:xfrm>
          <a:custGeom>
            <a:avLst/>
            <a:gdLst/>
            <a:ahLst/>
            <a:cxnLst/>
            <a:rect l="l" t="t" r="r" b="b"/>
            <a:pathLst>
              <a:path w="27939" h="50800" extrusionOk="0">
                <a:moveTo>
                  <a:pt x="0" y="0"/>
                </a:moveTo>
                <a:lnTo>
                  <a:pt x="27861" y="50626"/>
                </a:lnTo>
              </a:path>
            </a:pathLst>
          </a:custGeom>
          <a:noFill/>
          <a:ln w="12475"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63" name="Google Shape;363;p12"/>
          <p:cNvSpPr/>
          <p:nvPr/>
        </p:nvSpPr>
        <p:spPr>
          <a:xfrm>
            <a:off x="5492750" y="4991100"/>
            <a:ext cx="38100" cy="150813"/>
          </a:xfrm>
          <a:custGeom>
            <a:avLst/>
            <a:gdLst/>
            <a:ahLst/>
            <a:cxnLst/>
            <a:rect l="l" t="t" r="r" b="b"/>
            <a:pathLst>
              <a:path w="37464" h="150495" extrusionOk="0">
                <a:moveTo>
                  <a:pt x="0" y="150364"/>
                </a:moveTo>
                <a:lnTo>
                  <a:pt x="37027" y="0"/>
                </a:lnTo>
              </a:path>
            </a:pathLst>
          </a:custGeom>
          <a:noFill/>
          <a:ln w="9525"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64" name="Google Shape;364;p12"/>
          <p:cNvSpPr/>
          <p:nvPr/>
        </p:nvSpPr>
        <p:spPr>
          <a:xfrm>
            <a:off x="5530850" y="4991100"/>
            <a:ext cx="90488" cy="0"/>
          </a:xfrm>
          <a:custGeom>
            <a:avLst/>
            <a:gdLst/>
            <a:ahLst/>
            <a:cxnLst/>
            <a:rect l="l" t="t" r="r" b="b"/>
            <a:pathLst>
              <a:path w="90804" h="120000" extrusionOk="0">
                <a:moveTo>
                  <a:pt x="0" y="0"/>
                </a:moveTo>
                <a:lnTo>
                  <a:pt x="90391" y="0"/>
                </a:lnTo>
              </a:path>
            </a:pathLst>
          </a:custGeom>
          <a:noFill/>
          <a:ln w="9525"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65" name="Google Shape;365;p12"/>
          <p:cNvSpPr/>
          <p:nvPr/>
        </p:nvSpPr>
        <p:spPr>
          <a:xfrm>
            <a:off x="5427663" y="4968875"/>
            <a:ext cx="206375" cy="0"/>
          </a:xfrm>
          <a:custGeom>
            <a:avLst/>
            <a:gdLst/>
            <a:ahLst/>
            <a:cxnLst/>
            <a:rect l="l" t="t" r="r" b="b"/>
            <a:pathLst>
              <a:path w="206375" h="120000" extrusionOk="0">
                <a:moveTo>
                  <a:pt x="0" y="0"/>
                </a:moveTo>
                <a:lnTo>
                  <a:pt x="205951" y="0"/>
                </a:lnTo>
              </a:path>
            </a:pathLst>
          </a:custGeom>
          <a:noFill/>
          <a:ln w="9525" cap="flat" cmpd="sng">
            <a:solidFill>
              <a:srgbClr val="000000"/>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66" name="Google Shape;366;p12"/>
          <p:cNvSpPr txBox="1"/>
          <p:nvPr/>
        </p:nvSpPr>
        <p:spPr>
          <a:xfrm>
            <a:off x="5527675" y="5006975"/>
            <a:ext cx="100013" cy="177800"/>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1200" b="1" u="sng">
                <a:solidFill>
                  <a:schemeClr val="lt1"/>
                </a:solidFill>
                <a:latin typeface="Times New Roman"/>
                <a:ea typeface="Times New Roman"/>
                <a:cs typeface="Times New Roman"/>
                <a:sym typeface="Times New Roman"/>
              </a:rPr>
              <a:t>2</a:t>
            </a:r>
            <a:endParaRPr sz="1200" b="1" u="sng">
              <a:solidFill>
                <a:schemeClr val="lt1"/>
              </a:solidFill>
              <a:latin typeface="Times New Roman"/>
              <a:ea typeface="Times New Roman"/>
              <a:cs typeface="Times New Roman"/>
              <a:sym typeface="Times New Roman"/>
            </a:endParaRPr>
          </a:p>
        </p:txBody>
      </p:sp>
      <p:sp>
        <p:nvSpPr>
          <p:cNvPr id="367" name="Google Shape;367;p12"/>
          <p:cNvSpPr txBox="1"/>
          <p:nvPr/>
        </p:nvSpPr>
        <p:spPr>
          <a:xfrm>
            <a:off x="5473700" y="4781550"/>
            <a:ext cx="117475" cy="177800"/>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1200" b="1" i="1" u="sng">
                <a:solidFill>
                  <a:schemeClr val="lt1"/>
                </a:solidFill>
                <a:latin typeface="Times New Roman"/>
                <a:ea typeface="Times New Roman"/>
                <a:cs typeface="Times New Roman"/>
                <a:sym typeface="Times New Roman"/>
              </a:rPr>
              <a:t>R</a:t>
            </a:r>
            <a:endParaRPr sz="1200" b="1" u="sng">
              <a:solidFill>
                <a:schemeClr val="lt1"/>
              </a:solidFill>
              <a:latin typeface="Times New Roman"/>
              <a:ea typeface="Times New Roman"/>
              <a:cs typeface="Times New Roman"/>
              <a:sym typeface="Times New Roman"/>
            </a:endParaRPr>
          </a:p>
        </p:txBody>
      </p:sp>
      <p:sp>
        <p:nvSpPr>
          <p:cNvPr id="368" name="Google Shape;368;p12"/>
          <p:cNvSpPr/>
          <p:nvPr/>
        </p:nvSpPr>
        <p:spPr>
          <a:xfrm>
            <a:off x="3494088" y="3662363"/>
            <a:ext cx="2119312" cy="2119312"/>
          </a:xfrm>
          <a:custGeom>
            <a:avLst/>
            <a:gdLst/>
            <a:ahLst/>
            <a:cxnLst/>
            <a:rect l="l" t="t" r="r" b="b"/>
            <a:pathLst>
              <a:path w="2119629" h="2119629" extrusionOk="0">
                <a:moveTo>
                  <a:pt x="2119243" y="2119259"/>
                </a:moveTo>
                <a:lnTo>
                  <a:pt x="0" y="0"/>
                </a:lnTo>
              </a:path>
            </a:pathLst>
          </a:custGeom>
          <a:noFill/>
          <a:ln w="25375" cap="flat" cmpd="sng">
            <a:solidFill>
              <a:srgbClr val="98CCFF"/>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69" name="Google Shape;369;p12"/>
          <p:cNvSpPr/>
          <p:nvPr/>
        </p:nvSpPr>
        <p:spPr>
          <a:xfrm>
            <a:off x="4557713" y="3209925"/>
            <a:ext cx="0" cy="2974975"/>
          </a:xfrm>
          <a:custGeom>
            <a:avLst/>
            <a:gdLst/>
            <a:ahLst/>
            <a:cxnLst/>
            <a:rect l="l" t="t" r="r" b="b"/>
            <a:pathLst>
              <a:path w="635" h="2975610" extrusionOk="0">
                <a:moveTo>
                  <a:pt x="0" y="2974994"/>
                </a:moveTo>
                <a:lnTo>
                  <a:pt x="0" y="0"/>
                </a:lnTo>
              </a:path>
            </a:pathLst>
          </a:custGeom>
          <a:noFill/>
          <a:ln w="25375" cap="flat" cmpd="sng">
            <a:solidFill>
              <a:srgbClr val="98CCFF"/>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70" name="Google Shape;370;p12"/>
          <p:cNvSpPr/>
          <p:nvPr/>
        </p:nvSpPr>
        <p:spPr>
          <a:xfrm>
            <a:off x="3070225" y="4724400"/>
            <a:ext cx="2974975" cy="0"/>
          </a:xfrm>
          <a:custGeom>
            <a:avLst/>
            <a:gdLst/>
            <a:ahLst/>
            <a:cxnLst/>
            <a:rect l="l" t="t" r="r" b="b"/>
            <a:pathLst>
              <a:path w="2974975" h="120000" extrusionOk="0">
                <a:moveTo>
                  <a:pt x="0" y="0"/>
                </a:moveTo>
                <a:lnTo>
                  <a:pt x="2974969" y="0"/>
                </a:lnTo>
              </a:path>
            </a:pathLst>
          </a:custGeom>
          <a:noFill/>
          <a:ln w="25375" cap="flat" cmpd="sng">
            <a:solidFill>
              <a:srgbClr val="98CCFF"/>
            </a:solidFill>
            <a:prstDash val="solid"/>
            <a:round/>
            <a:headEnd type="none" w="med" len="med"/>
            <a:tailEnd type="none" w="med" len="med"/>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lt1"/>
              </a:solidFill>
              <a:latin typeface="Arial"/>
              <a:ea typeface="Arial"/>
              <a:cs typeface="Arial"/>
              <a:sym typeface="Arial"/>
            </a:endParaRPr>
          </a:p>
        </p:txBody>
      </p:sp>
      <p:sp>
        <p:nvSpPr>
          <p:cNvPr id="371" name="Google Shape;371;p12"/>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372" name="Google Shape;372;p1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12</a:t>
            </a:fld>
            <a:endParaRPr sz="900" b="1" u="sng">
              <a:solidFill>
                <a:srgbClr val="898989"/>
              </a:solidFill>
              <a:latin typeface="Arial"/>
              <a:ea typeface="Arial"/>
              <a:cs typeface="Arial"/>
              <a:sym typeface="Arial"/>
            </a:endParaRPr>
          </a:p>
        </p:txBody>
      </p:sp>
      <p:sp>
        <p:nvSpPr>
          <p:cNvPr id="373" name="Google Shape;373;p12"/>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Mid Point Circle Drawing Algorithm</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374" name="Google Shape;374;p12"/>
          <p:cNvPicPr preferRelativeResize="0"/>
          <p:nvPr/>
        </p:nvPicPr>
        <p:blipFill rotWithShape="1">
          <a:blip r:embed="rId4">
            <a:alphaModFix/>
          </a:blip>
          <a:srcRect/>
          <a:stretch/>
        </p:blipFill>
        <p:spPr>
          <a:xfrm>
            <a:off x="8050200" y="151200"/>
            <a:ext cx="1371600" cy="685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13"/>
          <p:cNvSpPr txBox="1">
            <a:spLocks noGrp="1"/>
          </p:cNvSpPr>
          <p:nvPr>
            <p:ph type="body" idx="1"/>
          </p:nvPr>
        </p:nvSpPr>
        <p:spPr>
          <a:xfrm>
            <a:off x="652463" y="1268413"/>
            <a:ext cx="8002587" cy="5222875"/>
          </a:xfrm>
          <a:prstGeom prst="rect">
            <a:avLst/>
          </a:prstGeom>
          <a:noFill/>
          <a:ln>
            <a:noFill/>
          </a:ln>
        </p:spPr>
        <p:txBody>
          <a:bodyPr spcFirstLastPara="1" wrap="square" lIns="91425" tIns="45700" rIns="91425" bIns="45700" anchor="t" anchorCtr="0">
            <a:noAutofit/>
          </a:bodyPr>
          <a:lstStyle/>
          <a:p>
            <a:pPr marL="571500" lvl="0" indent="-57150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Points are generated from 90º to 45º, moves will be made only in the  +x  and –y direction.</a:t>
            </a:r>
            <a:endParaRPr/>
          </a:p>
          <a:p>
            <a:pPr marL="571500" lvl="0" indent="-571500" algn="l" rtl="0">
              <a:lnSpc>
                <a:spcPct val="90000"/>
              </a:lnSpc>
              <a:spcBef>
                <a:spcPts val="750"/>
              </a:spcBef>
              <a:spcAft>
                <a:spcPts val="0"/>
              </a:spcAft>
              <a:buClr>
                <a:schemeClr val="dk1"/>
              </a:buClr>
              <a:buSzPts val="2400"/>
              <a:buChar char="•"/>
            </a:pPr>
            <a:r>
              <a:rPr lang="en-US" sz="2400">
                <a:latin typeface="Times New Roman"/>
                <a:ea typeface="Times New Roman"/>
                <a:cs typeface="Times New Roman"/>
                <a:sym typeface="Times New Roman"/>
              </a:rPr>
              <a:t>positive x direction over this octant and use a </a:t>
            </a:r>
            <a:r>
              <a:rPr lang="en-US" sz="2400" b="1">
                <a:latin typeface="Times New Roman"/>
                <a:ea typeface="Times New Roman"/>
                <a:cs typeface="Times New Roman"/>
                <a:sym typeface="Times New Roman"/>
              </a:rPr>
              <a:t>decision parameter</a:t>
            </a:r>
            <a:endParaRPr/>
          </a:p>
        </p:txBody>
      </p:sp>
      <p:pic>
        <p:nvPicPr>
          <p:cNvPr id="380" name="Google Shape;380;p13" descr="c3"/>
          <p:cNvPicPr preferRelativeResize="0">
            <a:picLocks noGrp="1"/>
          </p:cNvPicPr>
          <p:nvPr>
            <p:ph type="body" idx="2"/>
          </p:nvPr>
        </p:nvPicPr>
        <p:blipFill rotWithShape="1">
          <a:blip r:embed="rId3">
            <a:alphaModFix/>
          </a:blip>
          <a:srcRect/>
          <a:stretch/>
        </p:blipFill>
        <p:spPr>
          <a:xfrm>
            <a:off x="2843213" y="2781300"/>
            <a:ext cx="2971800" cy="2824163"/>
          </a:xfrm>
          <a:prstGeom prst="rect">
            <a:avLst/>
          </a:prstGeom>
          <a:noFill/>
          <a:ln>
            <a:noFill/>
          </a:ln>
        </p:spPr>
      </p:pic>
      <p:sp>
        <p:nvSpPr>
          <p:cNvPr id="381" name="Google Shape;381;p13"/>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382" name="Google Shape;382;p1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13</a:t>
            </a:fld>
            <a:endParaRPr sz="900" b="1" u="sng">
              <a:solidFill>
                <a:srgbClr val="898989"/>
              </a:solidFill>
              <a:latin typeface="Arial"/>
              <a:ea typeface="Arial"/>
              <a:cs typeface="Arial"/>
              <a:sym typeface="Arial"/>
            </a:endParaRPr>
          </a:p>
        </p:txBody>
      </p:sp>
      <p:sp>
        <p:nvSpPr>
          <p:cNvPr id="383" name="Google Shape;383;p13"/>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Mid Point Circle Drawing Algorithm</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384" name="Google Shape;384;p13"/>
          <p:cNvPicPr preferRelativeResize="0"/>
          <p:nvPr/>
        </p:nvPicPr>
        <p:blipFill rotWithShape="1">
          <a:blip r:embed="rId4">
            <a:alphaModFix/>
          </a:blip>
          <a:srcRect/>
          <a:stretch/>
        </p:blipFill>
        <p:spPr>
          <a:xfrm>
            <a:off x="8050200" y="151200"/>
            <a:ext cx="1371600" cy="685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14"/>
          <p:cNvSpPr txBox="1">
            <a:spLocks noGrp="1"/>
          </p:cNvSpPr>
          <p:nvPr>
            <p:ph type="body" idx="1"/>
          </p:nvPr>
        </p:nvSpPr>
        <p:spPr>
          <a:xfrm>
            <a:off x="457200" y="908050"/>
            <a:ext cx="8435975" cy="5222875"/>
          </a:xfrm>
          <a:prstGeom prst="rect">
            <a:avLst/>
          </a:prstGeom>
          <a:noFill/>
          <a:ln>
            <a:noFill/>
          </a:ln>
        </p:spPr>
        <p:txBody>
          <a:bodyPr spcFirstLastPara="1" wrap="square" lIns="91425" tIns="45700" rIns="91425" bIns="45700" anchor="t" anchorCtr="0">
            <a:noAutofit/>
          </a:bodyPr>
          <a:lstStyle/>
          <a:p>
            <a:pPr marL="571500" lvl="0" indent="-419100" algn="l" rtl="0">
              <a:lnSpc>
                <a:spcPct val="90000"/>
              </a:lnSpc>
              <a:spcBef>
                <a:spcPts val="0"/>
              </a:spcBef>
              <a:spcAft>
                <a:spcPts val="0"/>
              </a:spcAft>
              <a:buClr>
                <a:schemeClr val="dk1"/>
              </a:buClr>
              <a:buSzPts val="2400"/>
              <a:buNone/>
            </a:pPr>
            <a:endParaRPr sz="2400">
              <a:latin typeface="Times New Roman"/>
              <a:ea typeface="Times New Roman"/>
              <a:cs typeface="Times New Roman"/>
              <a:sym typeface="Times New Roman"/>
            </a:endParaRPr>
          </a:p>
          <a:p>
            <a:pPr marL="571500" lvl="0" indent="-571500" algn="l" rtl="0">
              <a:lnSpc>
                <a:spcPct val="90000"/>
              </a:lnSpc>
              <a:spcBef>
                <a:spcPts val="750"/>
              </a:spcBef>
              <a:spcAft>
                <a:spcPts val="0"/>
              </a:spcAft>
              <a:buClr>
                <a:schemeClr val="dk1"/>
              </a:buClr>
              <a:buSzPts val="2400"/>
              <a:buChar char="•"/>
            </a:pPr>
            <a:r>
              <a:rPr lang="en-US" sz="2400">
                <a:latin typeface="Times New Roman"/>
                <a:ea typeface="Times New Roman"/>
                <a:cs typeface="Times New Roman"/>
                <a:sym typeface="Times New Roman"/>
              </a:rPr>
              <a:t>considering the symmetry of circles</a:t>
            </a:r>
            <a:endParaRPr/>
          </a:p>
        </p:txBody>
      </p:sp>
      <p:pic>
        <p:nvPicPr>
          <p:cNvPr id="390" name="Google Shape;390;p14" descr="symmetry8"/>
          <p:cNvPicPr preferRelativeResize="0">
            <a:picLocks noGrp="1"/>
          </p:cNvPicPr>
          <p:nvPr>
            <p:ph type="body" idx="2"/>
          </p:nvPr>
        </p:nvPicPr>
        <p:blipFill rotWithShape="1">
          <a:blip r:embed="rId3">
            <a:alphaModFix/>
          </a:blip>
          <a:srcRect/>
          <a:stretch/>
        </p:blipFill>
        <p:spPr>
          <a:xfrm>
            <a:off x="395288" y="2276475"/>
            <a:ext cx="3730625" cy="3744913"/>
          </a:xfrm>
          <a:prstGeom prst="rect">
            <a:avLst/>
          </a:prstGeom>
          <a:solidFill>
            <a:schemeClr val="lt1"/>
          </a:solidFill>
          <a:ln>
            <a:noFill/>
          </a:ln>
        </p:spPr>
      </p:pic>
      <p:pic>
        <p:nvPicPr>
          <p:cNvPr id="391" name="Google Shape;391;p14" descr="c2"/>
          <p:cNvPicPr preferRelativeResize="0">
            <a:picLocks noGrp="1"/>
          </p:cNvPicPr>
          <p:nvPr>
            <p:ph type="body" idx="3"/>
          </p:nvPr>
        </p:nvPicPr>
        <p:blipFill rotWithShape="1">
          <a:blip r:embed="rId4">
            <a:alphaModFix/>
          </a:blip>
          <a:srcRect/>
          <a:stretch/>
        </p:blipFill>
        <p:spPr>
          <a:xfrm>
            <a:off x="4356100" y="2276475"/>
            <a:ext cx="4248150" cy="3776663"/>
          </a:xfrm>
          <a:prstGeom prst="rect">
            <a:avLst/>
          </a:prstGeom>
          <a:noFill/>
          <a:ln>
            <a:noFill/>
          </a:ln>
        </p:spPr>
      </p:pic>
      <p:sp>
        <p:nvSpPr>
          <p:cNvPr id="392" name="Google Shape;392;p14"/>
          <p:cNvSpPr txBox="1"/>
          <p:nvPr/>
        </p:nvSpPr>
        <p:spPr>
          <a:xfrm>
            <a:off x="2627313" y="6021388"/>
            <a:ext cx="3600450" cy="51911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800"/>
              <a:buFont typeface="Arial"/>
              <a:buNone/>
            </a:pPr>
            <a:r>
              <a:rPr lang="en-US" sz="2800" b="1" u="none">
                <a:solidFill>
                  <a:schemeClr val="lt1"/>
                </a:solidFill>
                <a:latin typeface="Times New Roman"/>
                <a:ea typeface="Times New Roman"/>
                <a:cs typeface="Times New Roman"/>
                <a:sym typeface="Times New Roman"/>
              </a:rPr>
              <a:t> 8 -Way symmetry</a:t>
            </a:r>
            <a:endParaRPr/>
          </a:p>
        </p:txBody>
      </p:sp>
      <p:sp>
        <p:nvSpPr>
          <p:cNvPr id="393" name="Google Shape;393;p14"/>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394" name="Google Shape;394;p1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14</a:t>
            </a:fld>
            <a:endParaRPr sz="900" b="1" u="sng">
              <a:solidFill>
                <a:srgbClr val="898989"/>
              </a:solidFill>
              <a:latin typeface="Arial"/>
              <a:ea typeface="Arial"/>
              <a:cs typeface="Arial"/>
              <a:sym typeface="Arial"/>
            </a:endParaRPr>
          </a:p>
        </p:txBody>
      </p:sp>
      <p:sp>
        <p:nvSpPr>
          <p:cNvPr id="395" name="Google Shape;395;p14"/>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Mid Point Circle Drawing Algorithm</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396" name="Google Shape;396;p14"/>
          <p:cNvPicPr preferRelativeResize="0"/>
          <p:nvPr/>
        </p:nvPicPr>
        <p:blipFill rotWithShape="1">
          <a:blip r:embed="rId5">
            <a:alphaModFix/>
          </a:blip>
          <a:srcRect/>
          <a:stretch/>
        </p:blipFill>
        <p:spPr>
          <a:xfrm>
            <a:off x="8050200" y="151200"/>
            <a:ext cx="1371600" cy="685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15"/>
          <p:cNvSpPr txBox="1">
            <a:spLocks noGrp="1"/>
          </p:cNvSpPr>
          <p:nvPr>
            <p:ph type="body" idx="1"/>
          </p:nvPr>
        </p:nvSpPr>
        <p:spPr>
          <a:xfrm>
            <a:off x="639763" y="1412875"/>
            <a:ext cx="8218487" cy="5149850"/>
          </a:xfrm>
          <a:prstGeom prst="rect">
            <a:avLst/>
          </a:prstGeom>
          <a:noFill/>
          <a:ln>
            <a:noFill/>
          </a:ln>
        </p:spPr>
        <p:txBody>
          <a:bodyPr spcFirstLastPara="1" wrap="square" lIns="91425" tIns="45700" rIns="91425" bIns="45700" anchor="t" anchorCtr="0">
            <a:noAutofit/>
          </a:bodyPr>
          <a:lstStyle/>
          <a:p>
            <a:pPr marL="571500" lvl="0" indent="-57150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As in the line algorithm, we sample at unit intervals and determine the closet pixel position to the circle path at each step.</a:t>
            </a:r>
            <a:endParaRPr/>
          </a:p>
          <a:p>
            <a:pPr marL="571500" lvl="0" indent="-342900" algn="l" rtl="0">
              <a:lnSpc>
                <a:spcPct val="90000"/>
              </a:lnSpc>
              <a:spcBef>
                <a:spcPts val="750"/>
              </a:spcBef>
              <a:spcAft>
                <a:spcPts val="0"/>
              </a:spcAft>
              <a:buClr>
                <a:schemeClr val="dk1"/>
              </a:buClr>
              <a:buSzPts val="3600"/>
              <a:buNone/>
            </a:pPr>
            <a:endParaRPr sz="3600">
              <a:solidFill>
                <a:schemeClr val="lt1"/>
              </a:solidFill>
              <a:latin typeface="Times New Roman"/>
              <a:ea typeface="Times New Roman"/>
              <a:cs typeface="Times New Roman"/>
              <a:sym typeface="Times New Roman"/>
            </a:endParaRPr>
          </a:p>
        </p:txBody>
      </p:sp>
      <p:pic>
        <p:nvPicPr>
          <p:cNvPr id="402" name="Google Shape;402;p15" descr="c4"/>
          <p:cNvPicPr preferRelativeResize="0">
            <a:picLocks noGrp="1"/>
          </p:cNvPicPr>
          <p:nvPr>
            <p:ph type="body" idx="2"/>
          </p:nvPr>
        </p:nvPicPr>
        <p:blipFill rotWithShape="1">
          <a:blip r:embed="rId3">
            <a:alphaModFix/>
          </a:blip>
          <a:srcRect/>
          <a:stretch/>
        </p:blipFill>
        <p:spPr>
          <a:xfrm>
            <a:off x="234950" y="3068638"/>
            <a:ext cx="4033838" cy="3306762"/>
          </a:xfrm>
          <a:prstGeom prst="rect">
            <a:avLst/>
          </a:prstGeom>
          <a:noFill/>
          <a:ln>
            <a:noFill/>
          </a:ln>
        </p:spPr>
      </p:pic>
      <p:pic>
        <p:nvPicPr>
          <p:cNvPr id="403" name="Google Shape;403;p15" descr="midPoint"/>
          <p:cNvPicPr preferRelativeResize="0">
            <a:picLocks noGrp="1"/>
          </p:cNvPicPr>
          <p:nvPr>
            <p:ph type="body" idx="3"/>
          </p:nvPr>
        </p:nvPicPr>
        <p:blipFill rotWithShape="1">
          <a:blip r:embed="rId4">
            <a:alphaModFix/>
          </a:blip>
          <a:srcRect/>
          <a:stretch/>
        </p:blipFill>
        <p:spPr>
          <a:xfrm>
            <a:off x="4268788" y="2974975"/>
            <a:ext cx="4572000" cy="3440113"/>
          </a:xfrm>
          <a:prstGeom prst="rect">
            <a:avLst/>
          </a:prstGeom>
          <a:solidFill>
            <a:schemeClr val="lt1"/>
          </a:solidFill>
          <a:ln>
            <a:noFill/>
          </a:ln>
        </p:spPr>
      </p:pic>
      <p:sp>
        <p:nvSpPr>
          <p:cNvPr id="404" name="Google Shape;404;p15"/>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405" name="Google Shape;405;p1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15</a:t>
            </a:fld>
            <a:endParaRPr sz="900" b="1" u="sng">
              <a:solidFill>
                <a:srgbClr val="898989"/>
              </a:solidFill>
              <a:latin typeface="Arial"/>
              <a:ea typeface="Arial"/>
              <a:cs typeface="Arial"/>
              <a:sym typeface="Arial"/>
            </a:endParaRPr>
          </a:p>
        </p:txBody>
      </p:sp>
      <p:sp>
        <p:nvSpPr>
          <p:cNvPr id="406" name="Google Shape;406;p15"/>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Mid Point Circle Drawing Algorithm</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407" name="Google Shape;407;p15"/>
          <p:cNvPicPr preferRelativeResize="0"/>
          <p:nvPr/>
        </p:nvPicPr>
        <p:blipFill rotWithShape="1">
          <a:blip r:embed="rId5">
            <a:alphaModFix/>
          </a:blip>
          <a:srcRect/>
          <a:stretch/>
        </p:blipFill>
        <p:spPr>
          <a:xfrm>
            <a:off x="8050200" y="151200"/>
            <a:ext cx="1371600" cy="685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16"/>
          <p:cNvSpPr txBox="1"/>
          <p:nvPr/>
        </p:nvSpPr>
        <p:spPr>
          <a:xfrm>
            <a:off x="677863" y="1562100"/>
            <a:ext cx="7689850" cy="369888"/>
          </a:xfrm>
          <a:prstGeom prst="rect">
            <a:avLst/>
          </a:prstGeom>
          <a:noFill/>
          <a:ln>
            <a:noFill/>
          </a:ln>
        </p:spPr>
        <p:txBody>
          <a:bodyPr spcFirstLastPara="1" wrap="square" lIns="0" tIns="0" rIns="0" bIns="0" anchor="t" anchorCtr="0">
            <a:spAutoFit/>
          </a:bodyPr>
          <a:lstStyle/>
          <a:p>
            <a:pPr marL="355600" marR="0" lvl="0" indent="-342900" algn="l" rtl="0">
              <a:spcBef>
                <a:spcPts val="0"/>
              </a:spcBef>
              <a:spcAft>
                <a:spcPts val="0"/>
              </a:spcAft>
              <a:buClr>
                <a:schemeClr val="dk1"/>
              </a:buClr>
              <a:buSzPts val="2400"/>
              <a:buFont typeface="Georgia"/>
              <a:buChar char="•"/>
            </a:pPr>
            <a:r>
              <a:rPr lang="en-US" sz="2400" b="0" u="none">
                <a:solidFill>
                  <a:schemeClr val="dk1"/>
                </a:solidFill>
                <a:latin typeface="Georgia"/>
                <a:ea typeface="Georgia"/>
                <a:cs typeface="Georgia"/>
                <a:sym typeface="Georgia"/>
              </a:rPr>
              <a:t>Let’s re-jig</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the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equation</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of</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the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circle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slightly give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us</a:t>
            </a:r>
            <a:r>
              <a:rPr lang="en-US" sz="2400" b="1" u="sng">
                <a:solidFill>
                  <a:schemeClr val="lt1"/>
                </a:solidFill>
                <a:latin typeface="Georgia"/>
                <a:ea typeface="Georgia"/>
                <a:cs typeface="Georgia"/>
                <a:sym typeface="Georgia"/>
              </a:rPr>
              <a:t>:</a:t>
            </a:r>
            <a:endParaRPr sz="2400" b="1" u="sng">
              <a:solidFill>
                <a:schemeClr val="lt1"/>
              </a:solidFill>
              <a:latin typeface="Georgia"/>
              <a:ea typeface="Georgia"/>
              <a:cs typeface="Georgia"/>
              <a:sym typeface="Georgia"/>
            </a:endParaRPr>
          </a:p>
        </p:txBody>
      </p:sp>
      <p:sp>
        <p:nvSpPr>
          <p:cNvPr id="413" name="Google Shape;413;p16"/>
          <p:cNvSpPr txBox="1">
            <a:spLocks noGrp="1"/>
          </p:cNvSpPr>
          <p:nvPr>
            <p:ph type="body" idx="1"/>
          </p:nvPr>
        </p:nvSpPr>
        <p:spPr>
          <a:xfrm>
            <a:off x="467544" y="2697163"/>
            <a:ext cx="8424936" cy="4351337"/>
          </a:xfrm>
          <a:prstGeom prst="rect">
            <a:avLst/>
          </a:prstGeom>
          <a:noFill/>
          <a:ln>
            <a:noFill/>
          </a:ln>
        </p:spPr>
        <p:txBody>
          <a:bodyPr spcFirstLastPara="1" wrap="square" lIns="91425" tIns="0" rIns="91425" bIns="0" anchor="t" anchorCtr="0">
            <a:normAutofit/>
          </a:bodyPr>
          <a:lstStyle/>
          <a:p>
            <a:pPr marL="355600" lvl="0" indent="-342900" algn="l" rtl="0">
              <a:lnSpc>
                <a:spcPct val="90000"/>
              </a:lnSpc>
              <a:spcBef>
                <a:spcPts val="0"/>
              </a:spcBef>
              <a:spcAft>
                <a:spcPts val="0"/>
              </a:spcAft>
              <a:buClr>
                <a:schemeClr val="dk1"/>
              </a:buClr>
              <a:buSzPts val="2400"/>
              <a:buFont typeface="Georgia"/>
              <a:buChar char="•"/>
            </a:pPr>
            <a:r>
              <a:rPr lang="en-US" sz="2400"/>
              <a:t>The</a:t>
            </a:r>
            <a:r>
              <a:rPr lang="en-US" sz="2400">
                <a:latin typeface="Times New Roman"/>
                <a:ea typeface="Times New Roman"/>
                <a:cs typeface="Times New Roman"/>
                <a:sym typeface="Times New Roman"/>
              </a:rPr>
              <a:t> </a:t>
            </a:r>
            <a:r>
              <a:rPr lang="en-US" sz="2400"/>
              <a:t>equation</a:t>
            </a:r>
            <a:r>
              <a:rPr lang="en-US" sz="2400">
                <a:latin typeface="Times New Roman"/>
                <a:ea typeface="Times New Roman"/>
                <a:cs typeface="Times New Roman"/>
                <a:sym typeface="Times New Roman"/>
              </a:rPr>
              <a:t> </a:t>
            </a:r>
            <a:r>
              <a:rPr lang="en-US" sz="2400"/>
              <a:t>evaluates</a:t>
            </a:r>
            <a:r>
              <a:rPr lang="en-US" sz="2400">
                <a:latin typeface="Times New Roman"/>
                <a:ea typeface="Times New Roman"/>
                <a:cs typeface="Times New Roman"/>
                <a:sym typeface="Times New Roman"/>
              </a:rPr>
              <a:t> </a:t>
            </a:r>
            <a:r>
              <a:rPr lang="en-US" sz="2400"/>
              <a:t>as</a:t>
            </a:r>
            <a:r>
              <a:rPr lang="en-US" sz="2400">
                <a:latin typeface="Times New Roman"/>
                <a:ea typeface="Times New Roman"/>
                <a:cs typeface="Times New Roman"/>
                <a:sym typeface="Times New Roman"/>
              </a:rPr>
              <a:t> </a:t>
            </a:r>
            <a:r>
              <a:rPr lang="en-US" sz="2400"/>
              <a:t>follows:</a:t>
            </a:r>
            <a:endParaRPr/>
          </a:p>
          <a:p>
            <a:pPr marL="355600" lvl="0" indent="-190500" algn="l" rtl="0">
              <a:lnSpc>
                <a:spcPct val="90000"/>
              </a:lnSpc>
              <a:spcBef>
                <a:spcPts val="0"/>
              </a:spcBef>
              <a:spcAft>
                <a:spcPts val="0"/>
              </a:spcAft>
              <a:buClr>
                <a:schemeClr val="dk1"/>
              </a:buClr>
              <a:buSzPts val="2400"/>
              <a:buFont typeface="Georgia"/>
              <a:buNone/>
            </a:pPr>
            <a:endParaRPr sz="2400"/>
          </a:p>
        </p:txBody>
      </p:sp>
      <p:sp>
        <p:nvSpPr>
          <p:cNvPr id="414" name="Google Shape;414;p16"/>
          <p:cNvSpPr txBox="1"/>
          <p:nvPr/>
        </p:nvSpPr>
        <p:spPr>
          <a:xfrm>
            <a:off x="711200" y="5516563"/>
            <a:ext cx="7818438" cy="739775"/>
          </a:xfrm>
          <a:prstGeom prst="rect">
            <a:avLst/>
          </a:prstGeom>
          <a:noFill/>
          <a:ln>
            <a:noFill/>
          </a:ln>
        </p:spPr>
        <p:txBody>
          <a:bodyPr spcFirstLastPara="1" wrap="square" lIns="0" tIns="0" rIns="0" bIns="0" anchor="t" anchorCtr="0">
            <a:spAutoFit/>
          </a:bodyPr>
          <a:lstStyle/>
          <a:p>
            <a:pPr marL="355600" marR="0" lvl="0" indent="-342900" algn="l" rtl="0">
              <a:spcBef>
                <a:spcPts val="0"/>
              </a:spcBef>
              <a:spcAft>
                <a:spcPts val="0"/>
              </a:spcAft>
              <a:buClr>
                <a:schemeClr val="dk1"/>
              </a:buClr>
              <a:buSzPts val="2400"/>
              <a:buFont typeface="Georgia"/>
              <a:buChar char="•"/>
            </a:pPr>
            <a:r>
              <a:rPr lang="en-US" sz="2400" b="0" u="none">
                <a:solidFill>
                  <a:schemeClr val="dk1"/>
                </a:solidFill>
                <a:latin typeface="Georgia"/>
                <a:ea typeface="Georgia"/>
                <a:cs typeface="Georgia"/>
                <a:sym typeface="Georgia"/>
              </a:rPr>
              <a:t>By</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evaluating</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this</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function</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at</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the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midpoint</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between</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the</a:t>
            </a:r>
            <a:endParaRPr sz="2400" b="0" u="none">
              <a:solidFill>
                <a:schemeClr val="dk1"/>
              </a:solidFill>
              <a:latin typeface="Georgia"/>
              <a:ea typeface="Georgia"/>
              <a:cs typeface="Georgia"/>
              <a:sym typeface="Georgia"/>
            </a:endParaRPr>
          </a:p>
          <a:p>
            <a:pPr marL="355600" marR="0" lvl="0" indent="0" algn="l" rtl="0">
              <a:spcBef>
                <a:spcPts val="0"/>
              </a:spcBef>
              <a:spcAft>
                <a:spcPts val="0"/>
              </a:spcAft>
              <a:buNone/>
            </a:pPr>
            <a:r>
              <a:rPr lang="en-US" sz="2400" b="0" u="none">
                <a:solidFill>
                  <a:schemeClr val="dk1"/>
                </a:solidFill>
                <a:latin typeface="Georgia"/>
                <a:ea typeface="Georgia"/>
                <a:cs typeface="Georgia"/>
                <a:sym typeface="Georgia"/>
              </a:rPr>
              <a:t>candidate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pixels</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we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can</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make</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our</a:t>
            </a:r>
            <a:r>
              <a:rPr lang="en-US" sz="2400" b="0"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decision</a:t>
            </a:r>
            <a:endParaRPr sz="2400" b="0" u="none">
              <a:solidFill>
                <a:schemeClr val="dk1"/>
              </a:solidFill>
              <a:latin typeface="Georgia"/>
              <a:ea typeface="Georgia"/>
              <a:cs typeface="Georgia"/>
              <a:sym typeface="Georgia"/>
            </a:endParaRPr>
          </a:p>
        </p:txBody>
      </p:sp>
      <p:sp>
        <p:nvSpPr>
          <p:cNvPr id="415" name="Google Shape;415;p16"/>
          <p:cNvSpPr txBox="1"/>
          <p:nvPr/>
        </p:nvSpPr>
        <p:spPr>
          <a:xfrm>
            <a:off x="2051050" y="2030413"/>
            <a:ext cx="4465638" cy="485775"/>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3150" b="0" i="1" u="none">
                <a:solidFill>
                  <a:schemeClr val="dk1"/>
                </a:solidFill>
                <a:latin typeface="Times New Roman"/>
                <a:ea typeface="Times New Roman"/>
                <a:cs typeface="Times New Roman"/>
                <a:sym typeface="Times New Roman"/>
              </a:rPr>
              <a:t>f     </a:t>
            </a:r>
            <a:r>
              <a:rPr lang="en-US" sz="3150" b="0" u="none">
                <a:solidFill>
                  <a:schemeClr val="dk1"/>
                </a:solidFill>
                <a:latin typeface="Times New Roman"/>
                <a:ea typeface="Times New Roman"/>
                <a:cs typeface="Times New Roman"/>
                <a:sym typeface="Times New Roman"/>
              </a:rPr>
              <a:t>(</a:t>
            </a:r>
            <a:r>
              <a:rPr lang="en-US" sz="3150" b="0" i="1" u="none">
                <a:solidFill>
                  <a:schemeClr val="dk1"/>
                </a:solidFill>
                <a:latin typeface="Times New Roman"/>
                <a:ea typeface="Times New Roman"/>
                <a:cs typeface="Times New Roman"/>
                <a:sym typeface="Times New Roman"/>
              </a:rPr>
              <a:t>x</a:t>
            </a:r>
            <a:r>
              <a:rPr lang="en-US" sz="3150" b="0" u="none">
                <a:solidFill>
                  <a:schemeClr val="dk1"/>
                </a:solidFill>
                <a:latin typeface="Times New Roman"/>
                <a:ea typeface="Times New Roman"/>
                <a:cs typeface="Times New Roman"/>
                <a:sym typeface="Times New Roman"/>
              </a:rPr>
              <a:t>, </a:t>
            </a:r>
            <a:r>
              <a:rPr lang="en-US" sz="3150" b="0" i="1" u="none">
                <a:solidFill>
                  <a:schemeClr val="dk1"/>
                </a:solidFill>
                <a:latin typeface="Times New Roman"/>
                <a:ea typeface="Times New Roman"/>
                <a:cs typeface="Times New Roman"/>
                <a:sym typeface="Times New Roman"/>
              </a:rPr>
              <a:t>y</a:t>
            </a:r>
            <a:r>
              <a:rPr lang="en-US" sz="3150" b="0" u="none">
                <a:solidFill>
                  <a:schemeClr val="dk1"/>
                </a:solidFill>
                <a:latin typeface="Times New Roman"/>
                <a:ea typeface="Times New Roman"/>
                <a:cs typeface="Times New Roman"/>
                <a:sym typeface="Times New Roman"/>
              </a:rPr>
              <a:t>) </a:t>
            </a:r>
            <a:r>
              <a:rPr lang="en-US" sz="3150" b="0" u="none">
                <a:solidFill>
                  <a:schemeClr val="dk1"/>
                </a:solidFill>
                <a:latin typeface="Noto Sans Symbols"/>
                <a:ea typeface="Noto Sans Symbols"/>
                <a:cs typeface="Noto Sans Symbols"/>
                <a:sym typeface="Noto Sans Symbols"/>
              </a:rPr>
              <a:t>=</a:t>
            </a:r>
            <a:r>
              <a:rPr lang="en-US" sz="3150" b="0" u="none">
                <a:solidFill>
                  <a:schemeClr val="dk1"/>
                </a:solidFill>
                <a:latin typeface="Times New Roman"/>
                <a:ea typeface="Times New Roman"/>
                <a:cs typeface="Times New Roman"/>
                <a:sym typeface="Times New Roman"/>
              </a:rPr>
              <a:t> </a:t>
            </a:r>
            <a:r>
              <a:rPr lang="en-US" sz="3150" b="0" i="1" u="none">
                <a:solidFill>
                  <a:schemeClr val="dk1"/>
                </a:solidFill>
                <a:latin typeface="Times New Roman"/>
                <a:ea typeface="Times New Roman"/>
                <a:cs typeface="Times New Roman"/>
                <a:sym typeface="Times New Roman"/>
              </a:rPr>
              <a:t>x</a:t>
            </a:r>
            <a:r>
              <a:rPr lang="en-US" sz="2775" b="0" u="none" baseline="30000">
                <a:solidFill>
                  <a:schemeClr val="dk1"/>
                </a:solidFill>
                <a:latin typeface="Times New Roman"/>
                <a:ea typeface="Times New Roman"/>
                <a:cs typeface="Times New Roman"/>
                <a:sym typeface="Times New Roman"/>
              </a:rPr>
              <a:t>2  </a:t>
            </a:r>
            <a:r>
              <a:rPr lang="en-US" sz="3150" b="0" u="none">
                <a:solidFill>
                  <a:schemeClr val="dk1"/>
                </a:solidFill>
                <a:latin typeface="Noto Sans Symbols"/>
                <a:ea typeface="Noto Sans Symbols"/>
                <a:cs typeface="Noto Sans Symbols"/>
                <a:sym typeface="Noto Sans Symbols"/>
              </a:rPr>
              <a:t>+</a:t>
            </a:r>
            <a:r>
              <a:rPr lang="en-US" sz="3150" b="0" u="none">
                <a:solidFill>
                  <a:schemeClr val="dk1"/>
                </a:solidFill>
                <a:latin typeface="Times New Roman"/>
                <a:ea typeface="Times New Roman"/>
                <a:cs typeface="Times New Roman"/>
                <a:sym typeface="Times New Roman"/>
              </a:rPr>
              <a:t> </a:t>
            </a:r>
            <a:r>
              <a:rPr lang="en-US" sz="3150" b="0" i="1" u="none">
                <a:solidFill>
                  <a:schemeClr val="dk1"/>
                </a:solidFill>
                <a:latin typeface="Times New Roman"/>
                <a:ea typeface="Times New Roman"/>
                <a:cs typeface="Times New Roman"/>
                <a:sym typeface="Times New Roman"/>
              </a:rPr>
              <a:t>y</a:t>
            </a:r>
            <a:r>
              <a:rPr lang="en-US" sz="2775" b="0" u="none" baseline="30000">
                <a:solidFill>
                  <a:schemeClr val="dk1"/>
                </a:solidFill>
                <a:latin typeface="Times New Roman"/>
                <a:ea typeface="Times New Roman"/>
                <a:cs typeface="Times New Roman"/>
                <a:sym typeface="Times New Roman"/>
              </a:rPr>
              <a:t>2  </a:t>
            </a:r>
            <a:r>
              <a:rPr lang="en-US" sz="3150" b="0" u="none">
                <a:solidFill>
                  <a:schemeClr val="dk1"/>
                </a:solidFill>
                <a:latin typeface="Noto Sans Symbols"/>
                <a:ea typeface="Noto Sans Symbols"/>
                <a:cs typeface="Noto Sans Symbols"/>
                <a:sym typeface="Noto Sans Symbols"/>
              </a:rPr>
              <a:t>−</a:t>
            </a:r>
            <a:r>
              <a:rPr lang="en-US" sz="3150" b="0" u="none">
                <a:solidFill>
                  <a:schemeClr val="dk1"/>
                </a:solidFill>
                <a:latin typeface="Times New Roman"/>
                <a:ea typeface="Times New Roman"/>
                <a:cs typeface="Times New Roman"/>
                <a:sym typeface="Times New Roman"/>
              </a:rPr>
              <a:t> </a:t>
            </a:r>
            <a:r>
              <a:rPr lang="en-US" sz="3150" b="0" i="1" u="none">
                <a:solidFill>
                  <a:schemeClr val="dk1"/>
                </a:solidFill>
                <a:latin typeface="Times New Roman"/>
                <a:ea typeface="Times New Roman"/>
                <a:cs typeface="Times New Roman"/>
                <a:sym typeface="Times New Roman"/>
              </a:rPr>
              <a:t>r</a:t>
            </a:r>
            <a:r>
              <a:rPr lang="en-US" sz="2775" b="0" u="none" baseline="30000">
                <a:solidFill>
                  <a:schemeClr val="dk1"/>
                </a:solidFill>
                <a:latin typeface="Times New Roman"/>
                <a:ea typeface="Times New Roman"/>
                <a:cs typeface="Times New Roman"/>
                <a:sym typeface="Times New Roman"/>
              </a:rPr>
              <a:t>2</a:t>
            </a:r>
            <a:endParaRPr sz="2775" b="0" u="none" baseline="30000">
              <a:solidFill>
                <a:schemeClr val="dk1"/>
              </a:solidFill>
              <a:latin typeface="Times New Roman"/>
              <a:ea typeface="Times New Roman"/>
              <a:cs typeface="Times New Roman"/>
              <a:sym typeface="Times New Roman"/>
            </a:endParaRPr>
          </a:p>
        </p:txBody>
      </p:sp>
      <p:sp>
        <p:nvSpPr>
          <p:cNvPr id="416" name="Google Shape;416;p16"/>
          <p:cNvSpPr txBox="1"/>
          <p:nvPr/>
        </p:nvSpPr>
        <p:spPr>
          <a:xfrm>
            <a:off x="2070100" y="2312988"/>
            <a:ext cx="1092200" cy="284162"/>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r>
              <a:rPr lang="en-US" sz="1850" b="1" i="1" u="none">
                <a:solidFill>
                  <a:schemeClr val="dk1"/>
                </a:solidFill>
                <a:latin typeface="Times New Roman"/>
                <a:ea typeface="Times New Roman"/>
                <a:cs typeface="Times New Roman"/>
                <a:sym typeface="Times New Roman"/>
              </a:rPr>
              <a:t>circle</a:t>
            </a:r>
            <a:endParaRPr sz="1850" b="1" u="none">
              <a:solidFill>
                <a:schemeClr val="dk1"/>
              </a:solidFill>
              <a:latin typeface="Times New Roman"/>
              <a:ea typeface="Times New Roman"/>
              <a:cs typeface="Times New Roman"/>
              <a:sym typeface="Times New Roman"/>
            </a:endParaRPr>
          </a:p>
        </p:txBody>
      </p:sp>
      <p:sp>
        <p:nvSpPr>
          <p:cNvPr id="417" name="Google Shape;417;p16"/>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418" name="Google Shape;418;p1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16</a:t>
            </a:fld>
            <a:endParaRPr sz="900" b="1" u="sng">
              <a:solidFill>
                <a:srgbClr val="898989"/>
              </a:solidFill>
              <a:latin typeface="Arial"/>
              <a:ea typeface="Arial"/>
              <a:cs typeface="Arial"/>
              <a:sym typeface="Arial"/>
            </a:endParaRPr>
          </a:p>
        </p:txBody>
      </p:sp>
      <p:sp>
        <p:nvSpPr>
          <p:cNvPr id="419" name="Google Shape;419;p16"/>
          <p:cNvSpPr txBox="1"/>
          <p:nvPr/>
        </p:nvSpPr>
        <p:spPr>
          <a:xfrm>
            <a:off x="1763688" y="3080198"/>
            <a:ext cx="4465638" cy="569387"/>
          </a:xfrm>
          <a:prstGeom prst="rect">
            <a:avLst/>
          </a:prstGeom>
          <a:noFill/>
          <a:ln>
            <a:noFill/>
          </a:ln>
        </p:spPr>
        <p:txBody>
          <a:bodyPr spcFirstLastPara="1" wrap="square" lIns="0" tIns="0" rIns="0" bIns="0" anchor="t" anchorCtr="0">
            <a:spAutoFit/>
          </a:bodyPr>
          <a:lstStyle/>
          <a:p>
            <a:pPr marL="12700" marR="0" lvl="0" indent="0" algn="l" rtl="0">
              <a:spcBef>
                <a:spcPts val="0"/>
              </a:spcBef>
              <a:spcAft>
                <a:spcPts val="0"/>
              </a:spcAft>
              <a:buNone/>
            </a:pPr>
            <a:endParaRPr sz="2775" b="0" u="none" baseline="30000">
              <a:solidFill>
                <a:schemeClr val="dk1"/>
              </a:solidFill>
              <a:latin typeface="Times New Roman"/>
              <a:ea typeface="Times New Roman"/>
              <a:cs typeface="Times New Roman"/>
              <a:sym typeface="Times New Roman"/>
            </a:endParaRPr>
          </a:p>
          <a:p>
            <a:pPr marL="12700" marR="0" lvl="0" indent="0" algn="l" rtl="0">
              <a:spcBef>
                <a:spcPts val="0"/>
              </a:spcBef>
              <a:spcAft>
                <a:spcPts val="0"/>
              </a:spcAft>
              <a:buNone/>
            </a:pPr>
            <a:endParaRPr sz="2775" b="0" u="none" baseline="30000">
              <a:solidFill>
                <a:schemeClr val="dk1"/>
              </a:solidFill>
              <a:latin typeface="Times New Roman"/>
              <a:ea typeface="Times New Roman"/>
              <a:cs typeface="Times New Roman"/>
              <a:sym typeface="Times New Roman"/>
            </a:endParaRPr>
          </a:p>
        </p:txBody>
      </p:sp>
      <p:sp>
        <p:nvSpPr>
          <p:cNvPr id="420" name="Google Shape;420;p16"/>
          <p:cNvSpPr txBox="1"/>
          <p:nvPr/>
        </p:nvSpPr>
        <p:spPr>
          <a:xfrm>
            <a:off x="404019" y="3080198"/>
            <a:ext cx="8432800" cy="1931298"/>
          </a:xfrm>
          <a:prstGeom prst="rect">
            <a:avLst/>
          </a:prstGeom>
          <a:noFill/>
          <a:ln>
            <a:noFill/>
          </a:ln>
        </p:spPr>
        <p:txBody>
          <a:bodyPr spcFirstLastPara="1" wrap="square" lIns="91425" tIns="45700" rIns="91425" bIns="45700" anchor="t" anchorCtr="0">
            <a:spAutoFit/>
          </a:bodyPr>
          <a:lstStyle/>
          <a:p>
            <a:pPr marL="1480820" marR="0" lvl="0" indent="0" algn="l" rtl="0">
              <a:lnSpc>
                <a:spcPct val="100000"/>
              </a:lnSpc>
              <a:spcBef>
                <a:spcPts val="0"/>
              </a:spcBef>
              <a:spcAft>
                <a:spcPts val="0"/>
              </a:spcAft>
              <a:buClr>
                <a:schemeClr val="dk1"/>
              </a:buClr>
              <a:buSzPts val="4000"/>
              <a:buFont typeface="Noto Sans Symbols"/>
              <a:buNone/>
            </a:pPr>
            <a:r>
              <a:rPr lang="en-US" sz="4000" b="1" u="none">
                <a:solidFill>
                  <a:schemeClr val="dk1"/>
                </a:solidFill>
                <a:latin typeface="Noto Sans Symbols"/>
                <a:ea typeface="Noto Sans Symbols"/>
                <a:cs typeface="Noto Sans Symbols"/>
                <a:sym typeface="Noto Sans Symbols"/>
              </a:rPr>
              <a:t>       </a:t>
            </a:r>
            <a:r>
              <a:rPr lang="en-US" sz="2800" b="1" u="none">
                <a:solidFill>
                  <a:schemeClr val="dk1"/>
                </a:solidFill>
                <a:latin typeface="Noto Sans Symbols"/>
                <a:ea typeface="Noto Sans Symbols"/>
                <a:cs typeface="Noto Sans Symbols"/>
                <a:sym typeface="Noto Sans Symbols"/>
              </a:rPr>
              <a:t>&lt;</a:t>
            </a:r>
            <a:r>
              <a:rPr lang="en-US" sz="2800" b="1"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0, if(x, y) is inside the circle boundary</a:t>
            </a:r>
            <a:endParaRPr/>
          </a:p>
          <a:p>
            <a:pPr marL="291465" marR="0" lvl="0" indent="0" algn="l" rtl="0">
              <a:lnSpc>
                <a:spcPct val="100000"/>
              </a:lnSpc>
              <a:spcBef>
                <a:spcPts val="875"/>
              </a:spcBef>
              <a:spcAft>
                <a:spcPts val="0"/>
              </a:spcAft>
              <a:buNone/>
            </a:pPr>
            <a:r>
              <a:rPr lang="en-US" sz="2800" b="1" i="1" u="none">
                <a:solidFill>
                  <a:schemeClr val="dk1"/>
                </a:solidFill>
                <a:latin typeface="Times New Roman"/>
                <a:ea typeface="Times New Roman"/>
                <a:cs typeface="Times New Roman"/>
                <a:sym typeface="Times New Roman"/>
              </a:rPr>
              <a:t>f</a:t>
            </a:r>
            <a:r>
              <a:rPr lang="en-US" sz="2400" b="1" i="1" u="none" baseline="-25000">
                <a:solidFill>
                  <a:schemeClr val="dk1"/>
                </a:solidFill>
                <a:latin typeface="Times New Roman"/>
                <a:ea typeface="Times New Roman"/>
                <a:cs typeface="Times New Roman"/>
                <a:sym typeface="Times New Roman"/>
              </a:rPr>
              <a:t>circle </a:t>
            </a:r>
            <a:r>
              <a:rPr lang="en-US" sz="2800" b="1" u="none">
                <a:solidFill>
                  <a:schemeClr val="dk1"/>
                </a:solidFill>
                <a:latin typeface="Times New Roman"/>
                <a:ea typeface="Times New Roman"/>
                <a:cs typeface="Times New Roman"/>
                <a:sym typeface="Times New Roman"/>
              </a:rPr>
              <a:t>(</a:t>
            </a:r>
            <a:r>
              <a:rPr lang="en-US" sz="2800" b="1" i="1" u="none">
                <a:solidFill>
                  <a:schemeClr val="dk1"/>
                </a:solidFill>
                <a:latin typeface="Times New Roman"/>
                <a:ea typeface="Times New Roman"/>
                <a:cs typeface="Times New Roman"/>
                <a:sym typeface="Times New Roman"/>
              </a:rPr>
              <a:t>x</a:t>
            </a:r>
            <a:r>
              <a:rPr lang="en-US" sz="2800" b="1" u="none">
                <a:solidFill>
                  <a:schemeClr val="dk1"/>
                </a:solidFill>
                <a:latin typeface="Times New Roman"/>
                <a:ea typeface="Times New Roman"/>
                <a:cs typeface="Times New Roman"/>
                <a:sym typeface="Times New Roman"/>
              </a:rPr>
              <a:t>, </a:t>
            </a:r>
            <a:r>
              <a:rPr lang="en-US" sz="2800" b="1" i="1" u="none">
                <a:solidFill>
                  <a:schemeClr val="dk1"/>
                </a:solidFill>
                <a:latin typeface="Times New Roman"/>
                <a:ea typeface="Times New Roman"/>
                <a:cs typeface="Times New Roman"/>
                <a:sym typeface="Times New Roman"/>
              </a:rPr>
              <a:t>y</a:t>
            </a:r>
            <a:r>
              <a:rPr lang="en-US" sz="2800" b="1" u="none">
                <a:solidFill>
                  <a:schemeClr val="dk1"/>
                </a:solidFill>
                <a:latin typeface="Times New Roman"/>
                <a:ea typeface="Times New Roman"/>
                <a:cs typeface="Times New Roman"/>
                <a:sym typeface="Times New Roman"/>
              </a:rPr>
              <a:t>)</a:t>
            </a:r>
            <a:r>
              <a:rPr lang="en-US" sz="3200" b="1" u="none">
                <a:solidFill>
                  <a:schemeClr val="dk1"/>
                </a:solidFill>
                <a:latin typeface="Times New Roman"/>
                <a:ea typeface="Times New Roman"/>
                <a:cs typeface="Times New Roman"/>
                <a:sym typeface="Times New Roman"/>
              </a:rPr>
              <a:t>=</a:t>
            </a:r>
            <a:r>
              <a:rPr lang="en-US" sz="2800" b="1"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0, if (x, y) is on the circle boundary</a:t>
            </a:r>
            <a:br>
              <a:rPr lang="en-US" sz="4000" b="1" u="none" baseline="30000">
                <a:solidFill>
                  <a:schemeClr val="dk1"/>
                </a:solidFill>
                <a:latin typeface="Times New Roman"/>
                <a:ea typeface="Times New Roman"/>
                <a:cs typeface="Times New Roman"/>
                <a:sym typeface="Times New Roman"/>
              </a:rPr>
            </a:br>
            <a:r>
              <a:rPr lang="en-US" sz="4000" b="1" u="none">
                <a:solidFill>
                  <a:schemeClr val="dk1"/>
                </a:solidFill>
                <a:latin typeface="Times New Roman"/>
                <a:ea typeface="Times New Roman"/>
                <a:cs typeface="Times New Roman"/>
                <a:sym typeface="Times New Roman"/>
              </a:rPr>
              <a:t>                </a:t>
            </a:r>
            <a:r>
              <a:rPr lang="en-US" sz="2800" b="1" u="none">
                <a:solidFill>
                  <a:schemeClr val="dk1"/>
                </a:solidFill>
                <a:latin typeface="Noto Sans Symbols"/>
                <a:ea typeface="Noto Sans Symbols"/>
                <a:cs typeface="Noto Sans Symbols"/>
                <a:sym typeface="Noto Sans Symbols"/>
              </a:rPr>
              <a:t>&gt;</a:t>
            </a:r>
            <a:r>
              <a:rPr lang="en-US" sz="2800" b="1" u="none">
                <a:solidFill>
                  <a:schemeClr val="dk1"/>
                </a:solidFill>
                <a:latin typeface="Times New Roman"/>
                <a:ea typeface="Times New Roman"/>
                <a:cs typeface="Times New Roman"/>
                <a:sym typeface="Times New Roman"/>
              </a:rPr>
              <a:t> </a:t>
            </a:r>
            <a:r>
              <a:rPr lang="en-US" sz="2400" b="0" u="none">
                <a:solidFill>
                  <a:schemeClr val="dk1"/>
                </a:solidFill>
                <a:latin typeface="Georgia"/>
                <a:ea typeface="Georgia"/>
                <a:cs typeface="Georgia"/>
                <a:sym typeface="Georgia"/>
              </a:rPr>
              <a:t>0, if (x, y) is outside the circle boundary</a:t>
            </a:r>
            <a:endParaRPr/>
          </a:p>
        </p:txBody>
      </p:sp>
      <p:sp>
        <p:nvSpPr>
          <p:cNvPr id="421" name="Google Shape;421;p16"/>
          <p:cNvSpPr/>
          <p:nvPr/>
        </p:nvSpPr>
        <p:spPr>
          <a:xfrm>
            <a:off x="2567360" y="3212976"/>
            <a:ext cx="348456" cy="1800200"/>
          </a:xfrm>
          <a:prstGeom prst="leftBrace">
            <a:avLst>
              <a:gd name="adj1" fmla="val 8333"/>
              <a:gd name="adj2" fmla="val 50000"/>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600" b="1" u="sng">
              <a:solidFill>
                <a:schemeClr val="dk1"/>
              </a:solidFill>
              <a:latin typeface="Arial"/>
              <a:ea typeface="Arial"/>
              <a:cs typeface="Arial"/>
              <a:sym typeface="Arial"/>
            </a:endParaRPr>
          </a:p>
        </p:txBody>
      </p:sp>
      <p:sp>
        <p:nvSpPr>
          <p:cNvPr id="422" name="Google Shape;422;p16"/>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Mid Point Circle Drawing Algorithm</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423" name="Google Shape;423;p16"/>
          <p:cNvPicPr preferRelativeResize="0"/>
          <p:nvPr/>
        </p:nvPicPr>
        <p:blipFill rotWithShape="1">
          <a:blip r:embed="rId3">
            <a:alphaModFix/>
          </a:blip>
          <a:srcRect/>
          <a:stretch/>
        </p:blipFill>
        <p:spPr>
          <a:xfrm>
            <a:off x="8050200" y="151200"/>
            <a:ext cx="1371600" cy="685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17"/>
          <p:cNvSpPr/>
          <p:nvPr/>
        </p:nvSpPr>
        <p:spPr>
          <a:xfrm>
            <a:off x="2051050" y="1657350"/>
            <a:ext cx="5113338" cy="424973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dk1"/>
              </a:solidFill>
              <a:latin typeface="Calibri"/>
              <a:ea typeface="Calibri"/>
              <a:cs typeface="Calibri"/>
              <a:sym typeface="Calibri"/>
            </a:endParaRPr>
          </a:p>
        </p:txBody>
      </p:sp>
      <p:sp>
        <p:nvSpPr>
          <p:cNvPr id="429" name="Google Shape;429;p1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p>
            <a:pPr marL="171450" lvl="0" indent="-171450" algn="l" rtl="0">
              <a:lnSpc>
                <a:spcPct val="90000"/>
              </a:lnSpc>
              <a:spcBef>
                <a:spcPts val="0"/>
              </a:spcBef>
              <a:spcAft>
                <a:spcPts val="0"/>
              </a:spcAft>
              <a:buClr>
                <a:schemeClr val="dk1"/>
              </a:buClr>
              <a:buSzPts val="2100"/>
              <a:buChar char="•"/>
            </a:pPr>
            <a:r>
              <a:rPr lang="en-US"/>
              <a:t> </a:t>
            </a:r>
            <a:endParaRPr/>
          </a:p>
        </p:txBody>
      </p:sp>
      <p:sp>
        <p:nvSpPr>
          <p:cNvPr id="430" name="Google Shape;430;p17"/>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431" name="Google Shape;431;p1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17</a:t>
            </a:fld>
            <a:endParaRPr sz="900" b="1" u="sng">
              <a:solidFill>
                <a:srgbClr val="898989"/>
              </a:solidFill>
              <a:latin typeface="Arial"/>
              <a:ea typeface="Arial"/>
              <a:cs typeface="Arial"/>
              <a:sym typeface="Arial"/>
            </a:endParaRPr>
          </a:p>
        </p:txBody>
      </p:sp>
      <p:sp>
        <p:nvSpPr>
          <p:cNvPr id="432" name="Google Shape;432;p17"/>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Mid Point Circle Drawing Algorithm</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433" name="Google Shape;433;p17"/>
          <p:cNvPicPr preferRelativeResize="0"/>
          <p:nvPr/>
        </p:nvPicPr>
        <p:blipFill rotWithShape="1">
          <a:blip r:embed="rId4">
            <a:alphaModFix/>
          </a:blip>
          <a:srcRect/>
          <a:stretch/>
        </p:blipFill>
        <p:spPr>
          <a:xfrm>
            <a:off x="8050200" y="151200"/>
            <a:ext cx="1371600" cy="685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18"/>
          <p:cNvSpPr/>
          <p:nvPr/>
        </p:nvSpPr>
        <p:spPr>
          <a:xfrm>
            <a:off x="2178050" y="1423988"/>
            <a:ext cx="4953000" cy="436245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dk1"/>
              </a:solidFill>
              <a:latin typeface="Calibri"/>
              <a:ea typeface="Calibri"/>
              <a:cs typeface="Calibri"/>
              <a:sym typeface="Calibri"/>
            </a:endParaRPr>
          </a:p>
        </p:txBody>
      </p:sp>
      <p:sp>
        <p:nvSpPr>
          <p:cNvPr id="439" name="Google Shape;439;p1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p>
            <a:pPr marL="171450" lvl="0" indent="-171450" algn="l" rtl="0">
              <a:lnSpc>
                <a:spcPct val="90000"/>
              </a:lnSpc>
              <a:spcBef>
                <a:spcPts val="0"/>
              </a:spcBef>
              <a:spcAft>
                <a:spcPts val="0"/>
              </a:spcAft>
              <a:buClr>
                <a:schemeClr val="dk1"/>
              </a:buClr>
              <a:buSzPts val="2100"/>
              <a:buChar char="•"/>
            </a:pPr>
            <a:r>
              <a:rPr lang="en-US"/>
              <a:t> </a:t>
            </a:r>
            <a:endParaRPr/>
          </a:p>
        </p:txBody>
      </p:sp>
      <p:sp>
        <p:nvSpPr>
          <p:cNvPr id="440" name="Google Shape;440;p18"/>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441" name="Google Shape;441;p1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18</a:t>
            </a:fld>
            <a:endParaRPr sz="900" b="1" u="sng">
              <a:solidFill>
                <a:srgbClr val="898989"/>
              </a:solidFill>
              <a:latin typeface="Arial"/>
              <a:ea typeface="Arial"/>
              <a:cs typeface="Arial"/>
              <a:sym typeface="Arial"/>
            </a:endParaRPr>
          </a:p>
        </p:txBody>
      </p:sp>
      <p:sp>
        <p:nvSpPr>
          <p:cNvPr id="442" name="Google Shape;442;p18"/>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Mid Point Circle Drawing Algorithm</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443" name="Google Shape;443;p18"/>
          <p:cNvPicPr preferRelativeResize="0"/>
          <p:nvPr/>
        </p:nvPicPr>
        <p:blipFill rotWithShape="1">
          <a:blip r:embed="rId4">
            <a:alphaModFix/>
          </a:blip>
          <a:srcRect/>
          <a:stretch/>
        </p:blipFill>
        <p:spPr>
          <a:xfrm>
            <a:off x="8050200" y="151200"/>
            <a:ext cx="1371600" cy="685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19"/>
          <p:cNvSpPr/>
          <p:nvPr/>
        </p:nvSpPr>
        <p:spPr>
          <a:xfrm>
            <a:off x="2273300" y="1441450"/>
            <a:ext cx="4886325" cy="43053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2600" b="1" u="sng">
              <a:solidFill>
                <a:schemeClr val="dk1"/>
              </a:solidFill>
              <a:latin typeface="Calibri"/>
              <a:ea typeface="Calibri"/>
              <a:cs typeface="Calibri"/>
              <a:sym typeface="Calibri"/>
            </a:endParaRPr>
          </a:p>
        </p:txBody>
      </p:sp>
      <p:sp>
        <p:nvSpPr>
          <p:cNvPr id="449" name="Google Shape;449;p19"/>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p>
            <a:pPr marL="171450" lvl="0" indent="-171450" algn="l" rtl="0">
              <a:lnSpc>
                <a:spcPct val="90000"/>
              </a:lnSpc>
              <a:spcBef>
                <a:spcPts val="0"/>
              </a:spcBef>
              <a:spcAft>
                <a:spcPts val="0"/>
              </a:spcAft>
              <a:buClr>
                <a:schemeClr val="dk1"/>
              </a:buClr>
              <a:buSzPts val="2100"/>
              <a:buChar char="•"/>
            </a:pPr>
            <a:r>
              <a:rPr lang="en-US"/>
              <a:t> </a:t>
            </a:r>
            <a:endParaRPr/>
          </a:p>
        </p:txBody>
      </p:sp>
      <p:sp>
        <p:nvSpPr>
          <p:cNvPr id="450" name="Google Shape;450;p19"/>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451" name="Google Shape;451;p1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19</a:t>
            </a:fld>
            <a:endParaRPr sz="900" b="1" u="sng">
              <a:solidFill>
                <a:srgbClr val="898989"/>
              </a:solidFill>
              <a:latin typeface="Arial"/>
              <a:ea typeface="Arial"/>
              <a:cs typeface="Arial"/>
              <a:sym typeface="Arial"/>
            </a:endParaRPr>
          </a:p>
        </p:txBody>
      </p:sp>
      <p:sp>
        <p:nvSpPr>
          <p:cNvPr id="452" name="Google Shape;452;p19"/>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Mid Point Circle Drawing Algorithm</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453" name="Google Shape;453;p19"/>
          <p:cNvPicPr preferRelativeResize="0"/>
          <p:nvPr/>
        </p:nvPicPr>
        <p:blipFill rotWithShape="1">
          <a:blip r:embed="rId4">
            <a:alphaModFix/>
          </a:blip>
          <a:srcRect/>
          <a:stretch/>
        </p:blipFill>
        <p:spPr>
          <a:xfrm>
            <a:off x="8050200" y="151200"/>
            <a:ext cx="1371600" cy="685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pic>
        <p:nvPicPr>
          <p:cNvPr id="458" name="Google Shape;458;p20" descr="c4"/>
          <p:cNvPicPr preferRelativeResize="0">
            <a:picLocks noGrp="1"/>
          </p:cNvPicPr>
          <p:nvPr>
            <p:ph type="body" idx="2"/>
          </p:nvPr>
        </p:nvPicPr>
        <p:blipFill rotWithShape="1">
          <a:blip r:embed="rId3">
            <a:alphaModFix/>
          </a:blip>
          <a:srcRect/>
          <a:stretch/>
        </p:blipFill>
        <p:spPr>
          <a:xfrm>
            <a:off x="2555776" y="2708920"/>
            <a:ext cx="4608512" cy="3778250"/>
          </a:xfrm>
          <a:prstGeom prst="rect">
            <a:avLst/>
          </a:prstGeom>
          <a:noFill/>
          <a:ln>
            <a:noFill/>
          </a:ln>
        </p:spPr>
      </p:pic>
      <p:pic>
        <p:nvPicPr>
          <p:cNvPr id="459" name="Google Shape;459;p20"/>
          <p:cNvPicPr preferRelativeResize="0"/>
          <p:nvPr/>
        </p:nvPicPr>
        <p:blipFill rotWithShape="1">
          <a:blip r:embed="rId4">
            <a:alphaModFix/>
          </a:blip>
          <a:srcRect/>
          <a:stretch/>
        </p:blipFill>
        <p:spPr>
          <a:xfrm>
            <a:off x="6142038" y="3941763"/>
            <a:ext cx="1047750" cy="2189162"/>
          </a:xfrm>
          <a:prstGeom prst="rect">
            <a:avLst/>
          </a:prstGeom>
          <a:noFill/>
          <a:ln>
            <a:noFill/>
          </a:ln>
        </p:spPr>
      </p:pic>
      <p:sp>
        <p:nvSpPr>
          <p:cNvPr id="460" name="Google Shape;460;p2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461" name="Google Shape;461;p2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20</a:t>
            </a:fld>
            <a:endParaRPr sz="900" b="1" u="sng">
              <a:solidFill>
                <a:srgbClr val="898989"/>
              </a:solidFill>
              <a:latin typeface="Arial"/>
              <a:ea typeface="Arial"/>
              <a:cs typeface="Arial"/>
              <a:sym typeface="Arial"/>
            </a:endParaRPr>
          </a:p>
        </p:txBody>
      </p:sp>
      <p:sp>
        <p:nvSpPr>
          <p:cNvPr id="462" name="Google Shape;462;p20"/>
          <p:cNvSpPr txBox="1">
            <a:spLocks noGrp="1"/>
          </p:cNvSpPr>
          <p:nvPr>
            <p:ph type="body" idx="1"/>
          </p:nvPr>
        </p:nvSpPr>
        <p:spPr>
          <a:xfrm>
            <a:off x="899592" y="1412776"/>
            <a:ext cx="7687766" cy="1224136"/>
          </a:xfrm>
          <a:prstGeom prst="rect">
            <a:avLst/>
          </a:prstGeom>
          <a:noFill/>
          <a:ln>
            <a:noFill/>
          </a:ln>
        </p:spPr>
        <p:txBody>
          <a:bodyPr spcFirstLastPara="1" wrap="square" lIns="91425" tIns="45700" rIns="91425" bIns="45700" anchor="t" anchorCtr="0">
            <a:noAutofit/>
          </a:bodyPr>
          <a:lstStyle/>
          <a:p>
            <a:pPr marL="171450" lvl="0" indent="-17145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If </a:t>
            </a:r>
            <a:r>
              <a:rPr lang="en-US" sz="2400" b="1">
                <a:latin typeface="Times New Roman"/>
                <a:ea typeface="Times New Roman"/>
                <a:cs typeface="Times New Roman"/>
                <a:sym typeface="Times New Roman"/>
              </a:rPr>
              <a:t>P</a:t>
            </a:r>
            <a:r>
              <a:rPr lang="en-US" sz="2400" b="1" baseline="-25000">
                <a:latin typeface="Times New Roman"/>
                <a:ea typeface="Times New Roman"/>
                <a:cs typeface="Times New Roman"/>
                <a:sym typeface="Times New Roman"/>
              </a:rPr>
              <a:t>k</a:t>
            </a:r>
            <a:r>
              <a:rPr lang="en-US" sz="2400" b="1">
                <a:latin typeface="Times New Roman"/>
                <a:ea typeface="Times New Roman"/>
                <a:cs typeface="Times New Roman"/>
                <a:sym typeface="Times New Roman"/>
              </a:rPr>
              <a:t>​&lt;0 </a:t>
            </a:r>
            <a:r>
              <a:rPr lang="en-US" sz="2400">
                <a:latin typeface="Times New Roman"/>
                <a:ea typeface="Times New Roman"/>
                <a:cs typeface="Times New Roman"/>
                <a:sym typeface="Times New Roman"/>
              </a:rPr>
              <a:t>is negative, the midpoint is inside the pixel, and we choose pixel </a:t>
            </a:r>
            <a:r>
              <a:rPr lang="en-US" sz="2400" b="1">
                <a:latin typeface="Times New Roman"/>
                <a:ea typeface="Times New Roman"/>
                <a:cs typeface="Times New Roman"/>
                <a:sym typeface="Times New Roman"/>
              </a:rPr>
              <a:t>T</a:t>
            </a:r>
            <a:r>
              <a:rPr lang="en-US" sz="2400">
                <a:latin typeface="Times New Roman"/>
                <a:ea typeface="Times New Roman"/>
                <a:cs typeface="Times New Roman"/>
                <a:sym typeface="Times New Roman"/>
              </a:rPr>
              <a:t>.</a:t>
            </a:r>
            <a:endParaRPr/>
          </a:p>
          <a:p>
            <a:pPr marL="171450" lvl="0" indent="-171450" algn="l" rtl="0">
              <a:lnSpc>
                <a:spcPct val="90000"/>
              </a:lnSpc>
              <a:spcBef>
                <a:spcPts val="750"/>
              </a:spcBef>
              <a:spcAft>
                <a:spcPts val="0"/>
              </a:spcAft>
              <a:buClr>
                <a:schemeClr val="dk1"/>
              </a:buClr>
              <a:buSzPts val="2400"/>
              <a:buChar char="•"/>
            </a:pPr>
            <a:r>
              <a:rPr lang="en-US" sz="2400">
                <a:latin typeface="Times New Roman"/>
                <a:ea typeface="Times New Roman"/>
                <a:cs typeface="Times New Roman"/>
                <a:sym typeface="Times New Roman"/>
              </a:rPr>
              <a:t>If </a:t>
            </a:r>
            <a:r>
              <a:rPr lang="en-US" sz="2400" b="1">
                <a:latin typeface="Times New Roman"/>
                <a:ea typeface="Times New Roman"/>
                <a:cs typeface="Times New Roman"/>
                <a:sym typeface="Times New Roman"/>
              </a:rPr>
              <a:t>P</a:t>
            </a:r>
            <a:r>
              <a:rPr lang="en-US" sz="2400" b="1" baseline="-25000">
                <a:latin typeface="Times New Roman"/>
                <a:ea typeface="Times New Roman"/>
                <a:cs typeface="Times New Roman"/>
                <a:sym typeface="Times New Roman"/>
              </a:rPr>
              <a:t>k</a:t>
            </a:r>
            <a:r>
              <a:rPr lang="en-US" sz="2400" b="1">
                <a:latin typeface="Times New Roman"/>
                <a:ea typeface="Times New Roman"/>
                <a:cs typeface="Times New Roman"/>
                <a:sym typeface="Times New Roman"/>
              </a:rPr>
              <a:t>&gt;0</a:t>
            </a:r>
            <a:r>
              <a:rPr lang="en-US" sz="2400">
                <a:latin typeface="Times New Roman"/>
                <a:ea typeface="Times New Roman"/>
                <a:cs typeface="Times New Roman"/>
                <a:sym typeface="Times New Roman"/>
              </a:rPr>
              <a:t>, we choose pixel </a:t>
            </a:r>
            <a:r>
              <a:rPr lang="en-US" sz="2400" b="1">
                <a:latin typeface="Times New Roman"/>
                <a:ea typeface="Times New Roman"/>
                <a:cs typeface="Times New Roman"/>
                <a:sym typeface="Times New Roman"/>
              </a:rPr>
              <a:t>S</a:t>
            </a:r>
            <a:r>
              <a:rPr lang="en-US" sz="2400">
                <a:latin typeface="Times New Roman"/>
                <a:ea typeface="Times New Roman"/>
                <a:cs typeface="Times New Roman"/>
                <a:sym typeface="Times New Roman"/>
              </a:rPr>
              <a:t>.</a:t>
            </a:r>
            <a:endParaRPr/>
          </a:p>
          <a:p>
            <a:pPr marL="171450" lvl="0" indent="-38100" algn="l" rtl="0">
              <a:lnSpc>
                <a:spcPct val="90000"/>
              </a:lnSpc>
              <a:spcBef>
                <a:spcPts val="750"/>
              </a:spcBef>
              <a:spcAft>
                <a:spcPts val="0"/>
              </a:spcAft>
              <a:buClr>
                <a:schemeClr val="dk1"/>
              </a:buClr>
              <a:buSzPts val="2100"/>
              <a:buNone/>
            </a:pPr>
            <a:endParaRPr/>
          </a:p>
        </p:txBody>
      </p:sp>
      <p:sp>
        <p:nvSpPr>
          <p:cNvPr id="463" name="Google Shape;463;p20"/>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Mid Point Circle Drawing Algorithm</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464" name="Google Shape;464;p20"/>
          <p:cNvPicPr preferRelativeResize="0"/>
          <p:nvPr/>
        </p:nvPicPr>
        <p:blipFill rotWithShape="1">
          <a:blip r:embed="rId5">
            <a:alphaModFix/>
          </a:blip>
          <a:srcRect/>
          <a:stretch/>
        </p:blipFill>
        <p:spPr>
          <a:xfrm>
            <a:off x="8050200" y="151200"/>
            <a:ext cx="1371600" cy="685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pic>
        <p:nvPicPr>
          <p:cNvPr id="469" name="Google Shape;469;p21"/>
          <p:cNvPicPr preferRelativeResize="0"/>
          <p:nvPr/>
        </p:nvPicPr>
        <p:blipFill rotWithShape="1">
          <a:blip r:embed="rId3">
            <a:alphaModFix/>
          </a:blip>
          <a:srcRect/>
          <a:stretch/>
        </p:blipFill>
        <p:spPr>
          <a:xfrm>
            <a:off x="6142038" y="3941763"/>
            <a:ext cx="1047750" cy="2189162"/>
          </a:xfrm>
          <a:prstGeom prst="rect">
            <a:avLst/>
          </a:prstGeom>
          <a:noFill/>
          <a:ln>
            <a:noFill/>
          </a:ln>
        </p:spPr>
      </p:pic>
      <p:pic>
        <p:nvPicPr>
          <p:cNvPr id="470" name="Google Shape;470;p21" descr="c4"/>
          <p:cNvPicPr preferRelativeResize="0"/>
          <p:nvPr/>
        </p:nvPicPr>
        <p:blipFill rotWithShape="1">
          <a:blip r:embed="rId4">
            <a:alphaModFix/>
          </a:blip>
          <a:srcRect/>
          <a:stretch/>
        </p:blipFill>
        <p:spPr>
          <a:xfrm>
            <a:off x="2555776" y="2564904"/>
            <a:ext cx="4033837" cy="3306763"/>
          </a:xfrm>
          <a:prstGeom prst="rect">
            <a:avLst/>
          </a:prstGeom>
          <a:noFill/>
          <a:ln>
            <a:noFill/>
          </a:ln>
        </p:spPr>
      </p:pic>
      <p:sp>
        <p:nvSpPr>
          <p:cNvPr id="471" name="Google Shape;471;p2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472" name="Google Shape;472;p2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21</a:t>
            </a:fld>
            <a:endParaRPr sz="900" b="1" u="sng">
              <a:solidFill>
                <a:srgbClr val="898989"/>
              </a:solidFill>
              <a:latin typeface="Arial"/>
              <a:ea typeface="Arial"/>
              <a:cs typeface="Arial"/>
              <a:sym typeface="Arial"/>
            </a:endParaRPr>
          </a:p>
        </p:txBody>
      </p:sp>
      <p:sp>
        <p:nvSpPr>
          <p:cNvPr id="473" name="Google Shape;473;p21"/>
          <p:cNvSpPr txBox="1">
            <a:spLocks noGrp="1"/>
          </p:cNvSpPr>
          <p:nvPr>
            <p:ph type="body" idx="1"/>
          </p:nvPr>
        </p:nvSpPr>
        <p:spPr>
          <a:xfrm>
            <a:off x="1331640" y="1484784"/>
            <a:ext cx="6979518" cy="108012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US" sz="2400">
                <a:latin typeface="Times New Roman"/>
                <a:ea typeface="Times New Roman"/>
                <a:cs typeface="Times New Roman"/>
                <a:sym typeface="Times New Roman"/>
              </a:rPr>
              <a:t>• If T is chosen (P</a:t>
            </a:r>
            <a:r>
              <a:rPr lang="en-US" sz="2400" baseline="-25000">
                <a:latin typeface="Times New Roman"/>
                <a:ea typeface="Times New Roman"/>
                <a:cs typeface="Times New Roman"/>
                <a:sym typeface="Times New Roman"/>
              </a:rPr>
              <a:t>k</a:t>
            </a:r>
            <a:r>
              <a:rPr lang="en-US" sz="2400">
                <a:latin typeface="Times New Roman"/>
                <a:ea typeface="Times New Roman"/>
                <a:cs typeface="Times New Roman"/>
                <a:sym typeface="Times New Roman"/>
              </a:rPr>
              <a:t> &lt; 0), then yₖ₊₁ = yₖ</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If pixel S is chosen (P</a:t>
            </a:r>
            <a:r>
              <a:rPr lang="en-US" sz="2400" baseline="-25000">
                <a:latin typeface="Times New Roman"/>
                <a:ea typeface="Times New Roman"/>
                <a:cs typeface="Times New Roman"/>
                <a:sym typeface="Times New Roman"/>
              </a:rPr>
              <a:t>k</a:t>
            </a:r>
            <a:r>
              <a:rPr lang="en-US" sz="2400">
                <a:latin typeface="Times New Roman"/>
                <a:ea typeface="Times New Roman"/>
                <a:cs typeface="Times New Roman"/>
                <a:sym typeface="Times New Roman"/>
              </a:rPr>
              <a:t> &gt; 0), then yₖ₊₁ = yₖ − 1</a:t>
            </a:r>
            <a:endParaRPr/>
          </a:p>
        </p:txBody>
      </p:sp>
      <p:sp>
        <p:nvSpPr>
          <p:cNvPr id="474" name="Google Shape;474;p21"/>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Mid Point Circle Drawing Algorithm</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475" name="Google Shape;475;p21"/>
          <p:cNvPicPr preferRelativeResize="0"/>
          <p:nvPr/>
        </p:nvPicPr>
        <p:blipFill rotWithShape="1">
          <a:blip r:embed="rId5">
            <a:alphaModFix/>
          </a:blip>
          <a:srcRect/>
          <a:stretch/>
        </p:blipFill>
        <p:spPr>
          <a:xfrm>
            <a:off x="8050200" y="151200"/>
            <a:ext cx="1371600" cy="685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22"/>
          <p:cNvSpPr txBox="1">
            <a:spLocks noGrp="1"/>
          </p:cNvSpPr>
          <p:nvPr>
            <p:ph type="body" idx="1"/>
          </p:nvPr>
        </p:nvSpPr>
        <p:spPr>
          <a:xfrm>
            <a:off x="468313" y="1125538"/>
            <a:ext cx="8291512" cy="5033962"/>
          </a:xfrm>
          <a:prstGeom prst="rect">
            <a:avLst/>
          </a:prstGeom>
          <a:noFill/>
          <a:ln>
            <a:noFill/>
          </a:ln>
        </p:spPr>
        <p:txBody>
          <a:bodyPr spcFirstLastPara="1" wrap="square" lIns="91425" tIns="45700" rIns="91425" bIns="45700" anchor="t" anchorCtr="0">
            <a:noAutofit/>
          </a:bodyPr>
          <a:lstStyle/>
          <a:p>
            <a:pPr marL="571500" lvl="0" indent="-571500" algn="l" rtl="0">
              <a:lnSpc>
                <a:spcPct val="90000"/>
              </a:lnSpc>
              <a:spcBef>
                <a:spcPts val="0"/>
              </a:spcBef>
              <a:spcAft>
                <a:spcPts val="0"/>
              </a:spcAft>
              <a:buClr>
                <a:schemeClr val="lt1"/>
              </a:buClr>
              <a:buSzPts val="4000"/>
              <a:buFont typeface="Noto Sans Symbols"/>
              <a:buNone/>
            </a:pPr>
            <a:r>
              <a:rPr lang="en-US" sz="4000">
                <a:solidFill>
                  <a:schemeClr val="lt1"/>
                </a:solidFill>
                <a:latin typeface="Times New Roman"/>
                <a:ea typeface="Times New Roman"/>
                <a:cs typeface="Times New Roman"/>
                <a:sym typeface="Times New Roman"/>
              </a:rPr>
              <a:t>               </a:t>
            </a:r>
            <a:endParaRPr sz="4000">
              <a:solidFill>
                <a:srgbClr val="FF9900"/>
              </a:solidFill>
              <a:latin typeface="Times New Roman"/>
              <a:ea typeface="Times New Roman"/>
              <a:cs typeface="Times New Roman"/>
              <a:sym typeface="Times New Roman"/>
            </a:endParaRPr>
          </a:p>
        </p:txBody>
      </p:sp>
      <p:graphicFrame>
        <p:nvGraphicFramePr>
          <p:cNvPr id="481" name="Google Shape;481;p22"/>
          <p:cNvGraphicFramePr/>
          <p:nvPr/>
        </p:nvGraphicFramePr>
        <p:xfrm>
          <a:off x="827088" y="3087688"/>
          <a:ext cx="5614987" cy="566737"/>
        </p:xfrm>
        <a:graphic>
          <a:graphicData uri="http://schemas.openxmlformats.org/presentationml/2006/ole">
            <mc:AlternateContent xmlns:mc="http://schemas.openxmlformats.org/markup-compatibility/2006">
              <mc:Choice xmlns:v="urn:schemas-microsoft-com:vml" Requires="v">
                <p:oleObj r:id="rId3" imgW="5614987" imgH="566737" progId="Paint.Picture">
                  <p:embed/>
                </p:oleObj>
              </mc:Choice>
              <mc:Fallback>
                <p:oleObj r:id="rId3" imgW="5614987" imgH="566737" progId="Paint.Picture">
                  <p:embed/>
                  <p:pic>
                    <p:nvPicPr>
                      <p:cNvPr id="481" name="Google Shape;481;p22"/>
                      <p:cNvPicPr preferRelativeResize="0"/>
                      <p:nvPr/>
                    </p:nvPicPr>
                    <p:blipFill rotWithShape="1">
                      <a:blip r:embed="rId4">
                        <a:alphaModFix/>
                      </a:blip>
                      <a:srcRect/>
                      <a:stretch/>
                    </p:blipFill>
                    <p:spPr>
                      <a:xfrm>
                        <a:off x="827088" y="3087688"/>
                        <a:ext cx="5614987" cy="566737"/>
                      </a:xfrm>
                      <a:prstGeom prst="rect">
                        <a:avLst/>
                      </a:prstGeom>
                      <a:noFill/>
                      <a:ln>
                        <a:noFill/>
                      </a:ln>
                    </p:spPr>
                  </p:pic>
                </p:oleObj>
              </mc:Fallback>
            </mc:AlternateContent>
          </a:graphicData>
        </a:graphic>
      </p:graphicFrame>
      <p:pic>
        <p:nvPicPr>
          <p:cNvPr id="482" name="Google Shape;482;p22"/>
          <p:cNvPicPr preferRelativeResize="0"/>
          <p:nvPr/>
        </p:nvPicPr>
        <p:blipFill rotWithShape="1">
          <a:blip r:embed="rId5">
            <a:alphaModFix/>
          </a:blip>
          <a:srcRect/>
          <a:stretch/>
        </p:blipFill>
        <p:spPr>
          <a:xfrm>
            <a:off x="6142038" y="3941763"/>
            <a:ext cx="1047750" cy="2189162"/>
          </a:xfrm>
          <a:prstGeom prst="rect">
            <a:avLst/>
          </a:prstGeom>
          <a:noFill/>
          <a:ln>
            <a:noFill/>
          </a:ln>
        </p:spPr>
      </p:pic>
      <p:sp>
        <p:nvSpPr>
          <p:cNvPr id="483" name="Google Shape;483;p22"/>
          <p:cNvSpPr txBox="1"/>
          <p:nvPr/>
        </p:nvSpPr>
        <p:spPr>
          <a:xfrm>
            <a:off x="909638" y="1843088"/>
            <a:ext cx="8207375" cy="8318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400"/>
              <a:buFont typeface="Arial"/>
              <a:buNone/>
            </a:pPr>
            <a:r>
              <a:rPr lang="en-US" sz="2400" b="0" u="none">
                <a:solidFill>
                  <a:schemeClr val="dk1"/>
                </a:solidFill>
                <a:latin typeface="Times New Roman"/>
                <a:ea typeface="Times New Roman"/>
                <a:cs typeface="Times New Roman"/>
                <a:sym typeface="Times New Roman"/>
              </a:rPr>
              <a:t>Initial value for the decision parameter using the original function of (0,r)</a:t>
            </a:r>
            <a:endParaRPr sz="2400" b="0" u="none">
              <a:solidFill>
                <a:schemeClr val="dk1"/>
              </a:solidFill>
              <a:latin typeface="Times New Roman"/>
              <a:ea typeface="Times New Roman"/>
              <a:cs typeface="Times New Roman"/>
              <a:sym typeface="Times New Roman"/>
            </a:endParaRPr>
          </a:p>
        </p:txBody>
      </p:sp>
      <p:sp>
        <p:nvSpPr>
          <p:cNvPr id="484" name="Google Shape;484;p22"/>
          <p:cNvSpPr txBox="1"/>
          <p:nvPr/>
        </p:nvSpPr>
        <p:spPr>
          <a:xfrm>
            <a:off x="900113" y="4549775"/>
            <a:ext cx="6769100"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400"/>
              <a:buFont typeface="Arial"/>
              <a:buNone/>
            </a:pPr>
            <a:r>
              <a:rPr lang="en-US" sz="2400" b="0" u="none">
                <a:solidFill>
                  <a:schemeClr val="dk1"/>
                </a:solidFill>
                <a:latin typeface="Times New Roman"/>
                <a:ea typeface="Times New Roman"/>
                <a:cs typeface="Times New Roman"/>
                <a:sym typeface="Times New Roman"/>
              </a:rPr>
              <a:t>When r is an integer we can simply set </a:t>
            </a:r>
            <a:endParaRPr/>
          </a:p>
        </p:txBody>
      </p:sp>
      <p:graphicFrame>
        <p:nvGraphicFramePr>
          <p:cNvPr id="485" name="Google Shape;485;p22"/>
          <p:cNvGraphicFramePr/>
          <p:nvPr/>
        </p:nvGraphicFramePr>
        <p:xfrm>
          <a:off x="900113" y="3789363"/>
          <a:ext cx="6119812" cy="625475"/>
        </p:xfrm>
        <a:graphic>
          <a:graphicData uri="http://schemas.openxmlformats.org/presentationml/2006/ole">
            <mc:AlternateContent xmlns:mc="http://schemas.openxmlformats.org/markup-compatibility/2006">
              <mc:Choice xmlns:v="urn:schemas-microsoft-com:vml" Requires="v">
                <p:oleObj r:id="rId6" imgW="6119812" imgH="625475" progId="Paint.Picture">
                  <p:embed/>
                </p:oleObj>
              </mc:Choice>
              <mc:Fallback>
                <p:oleObj r:id="rId6" imgW="6119812" imgH="625475" progId="Paint.Picture">
                  <p:embed/>
                  <p:pic>
                    <p:nvPicPr>
                      <p:cNvPr id="485" name="Google Shape;485;p22"/>
                      <p:cNvPicPr preferRelativeResize="0"/>
                      <p:nvPr/>
                    </p:nvPicPr>
                    <p:blipFill rotWithShape="1">
                      <a:blip r:embed="rId7">
                        <a:alphaModFix/>
                      </a:blip>
                      <a:srcRect/>
                      <a:stretch/>
                    </p:blipFill>
                    <p:spPr>
                      <a:xfrm>
                        <a:off x="900113" y="3789363"/>
                        <a:ext cx="6119812" cy="625475"/>
                      </a:xfrm>
                      <a:prstGeom prst="rect">
                        <a:avLst/>
                      </a:prstGeom>
                      <a:noFill/>
                      <a:ln>
                        <a:noFill/>
                      </a:ln>
                    </p:spPr>
                  </p:pic>
                </p:oleObj>
              </mc:Fallback>
            </mc:AlternateContent>
          </a:graphicData>
        </a:graphic>
      </p:graphicFrame>
      <p:graphicFrame>
        <p:nvGraphicFramePr>
          <p:cNvPr id="486" name="Google Shape;486;p22"/>
          <p:cNvGraphicFramePr/>
          <p:nvPr/>
        </p:nvGraphicFramePr>
        <p:xfrm>
          <a:off x="3059113" y="5316538"/>
          <a:ext cx="2233612" cy="420687"/>
        </p:xfrm>
        <a:graphic>
          <a:graphicData uri="http://schemas.openxmlformats.org/presentationml/2006/ole">
            <mc:AlternateContent xmlns:mc="http://schemas.openxmlformats.org/markup-compatibility/2006">
              <mc:Choice xmlns:v="urn:schemas-microsoft-com:vml" Requires="v">
                <p:oleObj r:id="rId8" imgW="2233612" imgH="420687" progId="Paint.Picture">
                  <p:embed/>
                </p:oleObj>
              </mc:Choice>
              <mc:Fallback>
                <p:oleObj r:id="rId8" imgW="2233612" imgH="420687" progId="Paint.Picture">
                  <p:embed/>
                  <p:pic>
                    <p:nvPicPr>
                      <p:cNvPr id="486" name="Google Shape;486;p22"/>
                      <p:cNvPicPr preferRelativeResize="0"/>
                      <p:nvPr/>
                    </p:nvPicPr>
                    <p:blipFill rotWithShape="1">
                      <a:blip r:embed="rId9">
                        <a:alphaModFix/>
                      </a:blip>
                      <a:srcRect/>
                      <a:stretch/>
                    </p:blipFill>
                    <p:spPr>
                      <a:xfrm>
                        <a:off x="3059113" y="5316538"/>
                        <a:ext cx="2233612" cy="420687"/>
                      </a:xfrm>
                      <a:prstGeom prst="rect">
                        <a:avLst/>
                      </a:prstGeom>
                      <a:noFill/>
                      <a:ln w="76200" cap="flat" cmpd="sng">
                        <a:solidFill>
                          <a:srgbClr val="FF00FF"/>
                        </a:solidFill>
                        <a:prstDash val="solid"/>
                        <a:miter lim="800000"/>
                        <a:headEnd type="none" w="sm" len="sm"/>
                        <a:tailEnd type="none" w="sm" len="sm"/>
                      </a:ln>
                    </p:spPr>
                  </p:pic>
                </p:oleObj>
              </mc:Fallback>
            </mc:AlternateContent>
          </a:graphicData>
        </a:graphic>
      </p:graphicFrame>
      <p:sp>
        <p:nvSpPr>
          <p:cNvPr id="487" name="Google Shape;487;p22"/>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488" name="Google Shape;488;p2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22</a:t>
            </a:fld>
            <a:endParaRPr sz="900" b="1" u="sng">
              <a:solidFill>
                <a:srgbClr val="898989"/>
              </a:solidFill>
              <a:latin typeface="Arial"/>
              <a:ea typeface="Arial"/>
              <a:cs typeface="Arial"/>
              <a:sym typeface="Arial"/>
            </a:endParaRPr>
          </a:p>
        </p:txBody>
      </p:sp>
      <p:sp>
        <p:nvSpPr>
          <p:cNvPr id="489" name="Google Shape;489;p22"/>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Mid Point Circle Drawing Algorithm</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490" name="Google Shape;490;p22"/>
          <p:cNvPicPr preferRelativeResize="0"/>
          <p:nvPr/>
        </p:nvPicPr>
        <p:blipFill rotWithShape="1">
          <a:blip r:embed="rId10">
            <a:alphaModFix/>
          </a:blip>
          <a:srcRect/>
          <a:stretch/>
        </p:blipFill>
        <p:spPr>
          <a:xfrm>
            <a:off x="8050200" y="151200"/>
            <a:ext cx="1371600" cy="685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pic>
        <p:nvPicPr>
          <p:cNvPr id="495" name="Google Shape;495;p23"/>
          <p:cNvPicPr preferRelativeResize="0"/>
          <p:nvPr/>
        </p:nvPicPr>
        <p:blipFill rotWithShape="1">
          <a:blip r:embed="rId3">
            <a:alphaModFix/>
          </a:blip>
          <a:srcRect/>
          <a:stretch/>
        </p:blipFill>
        <p:spPr>
          <a:xfrm>
            <a:off x="6142038" y="3941763"/>
            <a:ext cx="1047750" cy="2189162"/>
          </a:xfrm>
          <a:prstGeom prst="rect">
            <a:avLst/>
          </a:prstGeom>
          <a:noFill/>
          <a:ln>
            <a:noFill/>
          </a:ln>
        </p:spPr>
      </p:pic>
      <p:grpSp>
        <p:nvGrpSpPr>
          <p:cNvPr id="496" name="Google Shape;496;p23"/>
          <p:cNvGrpSpPr/>
          <p:nvPr/>
        </p:nvGrpSpPr>
        <p:grpSpPr>
          <a:xfrm>
            <a:off x="590550" y="1636713"/>
            <a:ext cx="7581850" cy="2101850"/>
            <a:chOff x="590550" y="1636713"/>
            <a:chExt cx="7581850" cy="2101850"/>
          </a:xfrm>
        </p:grpSpPr>
        <p:sp>
          <p:nvSpPr>
            <p:cNvPr id="497" name="Google Shape;497;p23"/>
            <p:cNvSpPr txBox="1"/>
            <p:nvPr/>
          </p:nvSpPr>
          <p:spPr>
            <a:xfrm>
              <a:off x="590550" y="1636713"/>
              <a:ext cx="7581850" cy="830997"/>
            </a:xfrm>
            <a:prstGeom prst="rect">
              <a:avLst/>
            </a:prstGeom>
            <a:blipFill rotWithShape="1">
              <a:blip r:embed="rId4">
                <a:alphaModFix/>
              </a:blip>
              <a:stretch>
                <a:fillRect l="-1285" t="-5838" b="-1532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600" b="1" u="sng">
                  <a:latin typeface="Arial"/>
                  <a:ea typeface="Arial"/>
                  <a:cs typeface="Arial"/>
                  <a:sym typeface="Arial"/>
                </a:rPr>
                <a:t> </a:t>
              </a:r>
              <a:endParaRPr/>
            </a:p>
          </p:txBody>
        </p:sp>
        <p:graphicFrame>
          <p:nvGraphicFramePr>
            <p:cNvPr id="498" name="Google Shape;498;p23"/>
            <p:cNvGraphicFramePr/>
            <p:nvPr/>
          </p:nvGraphicFramePr>
          <p:xfrm>
            <a:off x="925513" y="2838450"/>
            <a:ext cx="6911975" cy="900113"/>
          </p:xfrm>
          <a:graphic>
            <a:graphicData uri="http://schemas.openxmlformats.org/presentationml/2006/ole">
              <mc:AlternateContent xmlns:mc="http://schemas.openxmlformats.org/markup-compatibility/2006">
                <mc:Choice xmlns:v="urn:schemas-microsoft-com:vml" Requires="v">
                  <p:oleObj r:id="rId5" imgW="6911975" imgH="900113" progId="Paint.Picture">
                    <p:embed/>
                  </p:oleObj>
                </mc:Choice>
                <mc:Fallback>
                  <p:oleObj r:id="rId5" imgW="6911975" imgH="900113" progId="Paint.Picture">
                    <p:embed/>
                    <p:pic>
                      <p:nvPicPr>
                        <p:cNvPr id="498" name="Google Shape;498;p23"/>
                        <p:cNvPicPr preferRelativeResize="0"/>
                        <p:nvPr/>
                      </p:nvPicPr>
                      <p:blipFill rotWithShape="1">
                        <a:blip r:embed="rId6">
                          <a:alphaModFix/>
                        </a:blip>
                        <a:srcRect/>
                        <a:stretch/>
                      </p:blipFill>
                      <p:spPr>
                        <a:xfrm>
                          <a:off x="925513" y="2838450"/>
                          <a:ext cx="6911975" cy="900113"/>
                        </a:xfrm>
                        <a:prstGeom prst="rect">
                          <a:avLst/>
                        </a:prstGeom>
                        <a:noFill/>
                        <a:ln w="152400" cap="flat" cmpd="sng">
                          <a:solidFill>
                            <a:srgbClr val="FF9900"/>
                          </a:solidFill>
                          <a:prstDash val="solid"/>
                          <a:miter lim="800000"/>
                          <a:headEnd type="none" w="sm" len="sm"/>
                          <a:tailEnd type="none" w="sm" len="sm"/>
                        </a:ln>
                      </p:spPr>
                    </p:pic>
                  </p:oleObj>
                </mc:Fallback>
              </mc:AlternateContent>
            </a:graphicData>
          </a:graphic>
        </p:graphicFrame>
      </p:grpSp>
      <p:sp>
        <p:nvSpPr>
          <p:cNvPr id="499" name="Google Shape;499;p23"/>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500" name="Google Shape;500;p2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23</a:t>
            </a:fld>
            <a:endParaRPr sz="900" b="1" u="sng">
              <a:solidFill>
                <a:srgbClr val="898989"/>
              </a:solidFill>
              <a:latin typeface="Arial"/>
              <a:ea typeface="Arial"/>
              <a:cs typeface="Arial"/>
              <a:sym typeface="Arial"/>
            </a:endParaRPr>
          </a:p>
        </p:txBody>
      </p:sp>
      <p:sp>
        <p:nvSpPr>
          <p:cNvPr id="501" name="Google Shape;501;p23"/>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Mid Point Circle Drawing Algorithm</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502" name="Google Shape;502;p23"/>
          <p:cNvPicPr preferRelativeResize="0"/>
          <p:nvPr/>
        </p:nvPicPr>
        <p:blipFill rotWithShape="1">
          <a:blip r:embed="rId7">
            <a:alphaModFix/>
          </a:blip>
          <a:srcRect/>
          <a:stretch/>
        </p:blipFill>
        <p:spPr>
          <a:xfrm>
            <a:off x="8050200" y="151200"/>
            <a:ext cx="1371600" cy="685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506"/>
        <p:cNvGrpSpPr/>
        <p:nvPr/>
      </p:nvGrpSpPr>
      <p:grpSpPr>
        <a:xfrm>
          <a:off x="0" y="0"/>
          <a:ext cx="0" cy="0"/>
          <a:chOff x="0" y="0"/>
          <a:chExt cx="0" cy="0"/>
        </a:xfrm>
      </p:grpSpPr>
      <p:sp>
        <p:nvSpPr>
          <p:cNvPr id="507" name="Google Shape;507;p24"/>
          <p:cNvSpPr txBox="1">
            <a:spLocks noGrp="1"/>
          </p:cNvSpPr>
          <p:nvPr>
            <p:ph type="body" idx="1"/>
          </p:nvPr>
        </p:nvSpPr>
        <p:spPr>
          <a:xfrm>
            <a:off x="468313" y="1125538"/>
            <a:ext cx="8291512" cy="5033962"/>
          </a:xfrm>
          <a:prstGeom prst="rect">
            <a:avLst/>
          </a:prstGeom>
          <a:noFill/>
          <a:ln>
            <a:noFill/>
          </a:ln>
        </p:spPr>
        <p:txBody>
          <a:bodyPr spcFirstLastPara="1" wrap="square" lIns="91425" tIns="45700" rIns="91425" bIns="45700" anchor="t" anchorCtr="0">
            <a:noAutofit/>
          </a:bodyPr>
          <a:lstStyle/>
          <a:p>
            <a:pPr marL="571500" lvl="0" indent="-571500" algn="l" rtl="0">
              <a:lnSpc>
                <a:spcPct val="90000"/>
              </a:lnSpc>
              <a:spcBef>
                <a:spcPts val="0"/>
              </a:spcBef>
              <a:spcAft>
                <a:spcPts val="0"/>
              </a:spcAft>
              <a:buClr>
                <a:schemeClr val="lt1"/>
              </a:buClr>
              <a:buSzPts val="4000"/>
              <a:buFont typeface="Noto Sans Symbols"/>
              <a:buNone/>
            </a:pPr>
            <a:r>
              <a:rPr lang="en-US" sz="4000">
                <a:solidFill>
                  <a:schemeClr val="lt1"/>
                </a:solidFill>
                <a:latin typeface="Times New Roman"/>
                <a:ea typeface="Times New Roman"/>
                <a:cs typeface="Times New Roman"/>
                <a:sym typeface="Times New Roman"/>
              </a:rPr>
              <a:t>               </a:t>
            </a:r>
            <a:endParaRPr sz="4000">
              <a:solidFill>
                <a:srgbClr val="FF9900"/>
              </a:solidFill>
              <a:latin typeface="Times New Roman"/>
              <a:ea typeface="Times New Roman"/>
              <a:cs typeface="Times New Roman"/>
              <a:sym typeface="Times New Roman"/>
            </a:endParaRPr>
          </a:p>
        </p:txBody>
      </p:sp>
      <p:pic>
        <p:nvPicPr>
          <p:cNvPr id="508" name="Google Shape;508;p24" descr="mdpoint algorithm"/>
          <p:cNvPicPr preferRelativeResize="0">
            <a:picLocks noGrp="1"/>
          </p:cNvPicPr>
          <p:nvPr>
            <p:ph type="body" idx="2"/>
          </p:nvPr>
        </p:nvPicPr>
        <p:blipFill rotWithShape="1">
          <a:blip r:embed="rId3">
            <a:alphaModFix/>
          </a:blip>
          <a:srcRect/>
          <a:stretch/>
        </p:blipFill>
        <p:spPr>
          <a:xfrm>
            <a:off x="1801813" y="1174750"/>
            <a:ext cx="5232400" cy="5534025"/>
          </a:xfrm>
          <a:prstGeom prst="rect">
            <a:avLst/>
          </a:prstGeom>
          <a:noFill/>
          <a:ln w="76200" cap="flat" cmpd="sng">
            <a:solidFill>
              <a:srgbClr val="FF9900"/>
            </a:solidFill>
            <a:prstDash val="solid"/>
            <a:miter lim="800000"/>
            <a:headEnd type="none" w="sm" len="sm"/>
            <a:tailEnd type="none" w="sm" len="sm"/>
          </a:ln>
        </p:spPr>
      </p:pic>
      <p:pic>
        <p:nvPicPr>
          <p:cNvPr id="509" name="Google Shape;509;p24"/>
          <p:cNvPicPr preferRelativeResize="0"/>
          <p:nvPr/>
        </p:nvPicPr>
        <p:blipFill rotWithShape="1">
          <a:blip r:embed="rId4">
            <a:alphaModFix/>
          </a:blip>
          <a:srcRect/>
          <a:stretch/>
        </p:blipFill>
        <p:spPr>
          <a:xfrm>
            <a:off x="6142038" y="3941763"/>
            <a:ext cx="1047750" cy="2189162"/>
          </a:xfrm>
          <a:prstGeom prst="rect">
            <a:avLst/>
          </a:prstGeom>
          <a:noFill/>
          <a:ln>
            <a:noFill/>
          </a:ln>
        </p:spPr>
      </p:pic>
      <p:sp>
        <p:nvSpPr>
          <p:cNvPr id="510" name="Google Shape;510;p24"/>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511" name="Google Shape;511;p2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24</a:t>
            </a:fld>
            <a:endParaRPr sz="900" b="1" u="sng">
              <a:solidFill>
                <a:srgbClr val="898989"/>
              </a:solidFill>
              <a:latin typeface="Arial"/>
              <a:ea typeface="Arial"/>
              <a:cs typeface="Arial"/>
              <a:sym typeface="Arial"/>
            </a:endParaRPr>
          </a:p>
        </p:txBody>
      </p:sp>
      <p:sp>
        <p:nvSpPr>
          <p:cNvPr id="512" name="Google Shape;512;p24"/>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Mid Point Circle Drawing Algorithm</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513" name="Google Shape;513;p24"/>
          <p:cNvPicPr preferRelativeResize="0"/>
          <p:nvPr/>
        </p:nvPicPr>
        <p:blipFill rotWithShape="1">
          <a:blip r:embed="rId5">
            <a:alphaModFix/>
          </a:blip>
          <a:srcRect/>
          <a:stretch/>
        </p:blipFill>
        <p:spPr>
          <a:xfrm>
            <a:off x="8050200" y="151200"/>
            <a:ext cx="1371600" cy="6858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25"/>
          <p:cNvSpPr txBox="1">
            <a:spLocks noGrp="1"/>
          </p:cNvSpPr>
          <p:nvPr>
            <p:ph type="body" idx="1"/>
          </p:nvPr>
        </p:nvSpPr>
        <p:spPr>
          <a:xfrm>
            <a:off x="628650" y="1825625"/>
            <a:ext cx="7886700" cy="4351338"/>
          </a:xfrm>
          <a:prstGeom prst="rect">
            <a:avLst/>
          </a:prstGeom>
          <a:blipFill rotWithShape="1">
            <a:blip r:embed="rId3">
              <a:alphaModFix/>
            </a:blip>
            <a:stretch>
              <a:fillRect l="-1005" t="-2941" b="-1680"/>
            </a:stretch>
          </a:blipFill>
          <a:ln>
            <a:noFill/>
          </a:ln>
        </p:spPr>
        <p:txBody>
          <a:bodyPr spcFirstLastPara="1" wrap="square" lIns="91425" tIns="45700" rIns="91425" bIns="45700" anchor="t" anchorCtr="0">
            <a:noAutofit/>
          </a:bodyPr>
          <a:lstStyle/>
          <a:p>
            <a:pPr marL="171450" lvl="0" indent="-171450" algn="l" rtl="0">
              <a:lnSpc>
                <a:spcPct val="90000"/>
              </a:lnSpc>
              <a:spcBef>
                <a:spcPts val="0"/>
              </a:spcBef>
              <a:spcAft>
                <a:spcPts val="0"/>
              </a:spcAft>
              <a:buSzPts val="2100"/>
              <a:buChar char="•"/>
            </a:pPr>
            <a:r>
              <a:rPr lang="en-US"/>
              <a:t> </a:t>
            </a:r>
            <a:endParaRPr/>
          </a:p>
        </p:txBody>
      </p:sp>
      <p:sp>
        <p:nvSpPr>
          <p:cNvPr id="519" name="Google Shape;519;p25"/>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520" name="Google Shape;520;p2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25</a:t>
            </a:fld>
            <a:endParaRPr sz="900" b="1" u="sng">
              <a:solidFill>
                <a:srgbClr val="898989"/>
              </a:solidFill>
              <a:latin typeface="Arial"/>
              <a:ea typeface="Arial"/>
              <a:cs typeface="Arial"/>
              <a:sym typeface="Arial"/>
            </a:endParaRPr>
          </a:p>
        </p:txBody>
      </p:sp>
      <p:sp>
        <p:nvSpPr>
          <p:cNvPr id="521" name="Google Shape;521;p25"/>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Example</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522" name="Google Shape;522;p25"/>
          <p:cNvPicPr preferRelativeResize="0"/>
          <p:nvPr/>
        </p:nvPicPr>
        <p:blipFill rotWithShape="1">
          <a:blip r:embed="rId4">
            <a:alphaModFix/>
          </a:blip>
          <a:srcRect/>
          <a:stretch/>
        </p:blipFill>
        <p:spPr>
          <a:xfrm>
            <a:off x="8050200" y="151200"/>
            <a:ext cx="1371600" cy="6858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26"/>
          <p:cNvSpPr txBox="1">
            <a:spLocks noGrp="1"/>
          </p:cNvSpPr>
          <p:nvPr>
            <p:ph type="body" idx="1"/>
          </p:nvPr>
        </p:nvSpPr>
        <p:spPr>
          <a:xfrm>
            <a:off x="468313" y="1825625"/>
            <a:ext cx="8280400" cy="4351338"/>
          </a:xfrm>
          <a:prstGeom prst="rect">
            <a:avLst/>
          </a:prstGeom>
          <a:noFill/>
          <a:ln>
            <a:noFill/>
          </a:ln>
        </p:spPr>
        <p:txBody>
          <a:bodyPr spcFirstLastPara="1" wrap="square" lIns="91425" tIns="45700" rIns="91425" bIns="45700" anchor="t" anchorCtr="0">
            <a:noAutofit/>
          </a:bodyPr>
          <a:lstStyle/>
          <a:p>
            <a:pPr marL="171450" lvl="0" indent="-171450" algn="l" rtl="0">
              <a:lnSpc>
                <a:spcPct val="90000"/>
              </a:lnSpc>
              <a:spcBef>
                <a:spcPts val="0"/>
              </a:spcBef>
              <a:spcAft>
                <a:spcPts val="0"/>
              </a:spcAft>
              <a:buClr>
                <a:schemeClr val="dk1"/>
              </a:buClr>
              <a:buSzPts val="2100"/>
              <a:buChar char="•"/>
            </a:pPr>
            <a:r>
              <a:rPr lang="en-US">
                <a:latin typeface="Times New Roman"/>
                <a:ea typeface="Times New Roman"/>
                <a:cs typeface="Times New Roman"/>
                <a:sym typeface="Times New Roman"/>
              </a:rPr>
              <a:t>Midpoint Circle Algorithm Table (r = 10) </a:t>
            </a:r>
            <a:endParaRPr/>
          </a:p>
          <a:p>
            <a:pPr marL="171450" lvl="0" indent="-171450" algn="l" rtl="0">
              <a:lnSpc>
                <a:spcPct val="90000"/>
              </a:lnSpc>
              <a:spcBef>
                <a:spcPts val="750"/>
              </a:spcBef>
              <a:spcAft>
                <a:spcPts val="0"/>
              </a:spcAft>
              <a:buClr>
                <a:schemeClr val="dk1"/>
              </a:buClr>
              <a:buSzPts val="2100"/>
              <a:buChar char="•"/>
            </a:pPr>
            <a:r>
              <a:rPr lang="en-US">
                <a:latin typeface="Times New Roman"/>
                <a:ea typeface="Times New Roman"/>
                <a:cs typeface="Times New Roman"/>
                <a:sym typeface="Times New Roman"/>
              </a:rPr>
              <a:t>Stop condition: x≥y</a:t>
            </a:r>
            <a:endParaRPr/>
          </a:p>
          <a:p>
            <a:pPr marL="171450" lvl="0" indent="-38100" algn="l" rtl="0">
              <a:lnSpc>
                <a:spcPct val="90000"/>
              </a:lnSpc>
              <a:spcBef>
                <a:spcPts val="750"/>
              </a:spcBef>
              <a:spcAft>
                <a:spcPts val="0"/>
              </a:spcAft>
              <a:buClr>
                <a:schemeClr val="dk1"/>
              </a:buClr>
              <a:buSzPts val="2100"/>
              <a:buNone/>
            </a:pPr>
            <a:endParaRPr/>
          </a:p>
          <a:p>
            <a:pPr marL="171450" lvl="0" indent="-38100" algn="l" rtl="0">
              <a:lnSpc>
                <a:spcPct val="90000"/>
              </a:lnSpc>
              <a:spcBef>
                <a:spcPts val="750"/>
              </a:spcBef>
              <a:spcAft>
                <a:spcPts val="0"/>
              </a:spcAft>
              <a:buClr>
                <a:schemeClr val="dk1"/>
              </a:buClr>
              <a:buSzPts val="2100"/>
              <a:buNone/>
            </a:pPr>
            <a:endParaRPr/>
          </a:p>
        </p:txBody>
      </p:sp>
      <p:graphicFrame>
        <p:nvGraphicFramePr>
          <p:cNvPr id="528" name="Google Shape;528;p26"/>
          <p:cNvGraphicFramePr/>
          <p:nvPr/>
        </p:nvGraphicFramePr>
        <p:xfrm>
          <a:off x="611188" y="2565400"/>
          <a:ext cx="3000000" cy="3000000"/>
        </p:xfrm>
        <a:graphic>
          <a:graphicData uri="http://schemas.openxmlformats.org/drawingml/2006/table">
            <a:tbl>
              <a:tblPr>
                <a:noFill/>
                <a:tableStyleId>{9432AEF0-501D-4AC8-8802-CBEB520A679A}</a:tableStyleId>
              </a:tblPr>
              <a:tblGrid>
                <a:gridCol w="703000">
                  <a:extLst>
                    <a:ext uri="{9D8B030D-6E8A-4147-A177-3AD203B41FA5}">
                      <a16:colId xmlns:a16="http://schemas.microsoft.com/office/drawing/2014/main" val="20000"/>
                    </a:ext>
                  </a:extLst>
                </a:gridCol>
                <a:gridCol w="720075">
                  <a:extLst>
                    <a:ext uri="{9D8B030D-6E8A-4147-A177-3AD203B41FA5}">
                      <a16:colId xmlns:a16="http://schemas.microsoft.com/office/drawing/2014/main" val="20001"/>
                    </a:ext>
                  </a:extLst>
                </a:gridCol>
                <a:gridCol w="792100">
                  <a:extLst>
                    <a:ext uri="{9D8B030D-6E8A-4147-A177-3AD203B41FA5}">
                      <a16:colId xmlns:a16="http://schemas.microsoft.com/office/drawing/2014/main" val="20002"/>
                    </a:ext>
                  </a:extLst>
                </a:gridCol>
                <a:gridCol w="864100">
                  <a:extLst>
                    <a:ext uri="{9D8B030D-6E8A-4147-A177-3AD203B41FA5}">
                      <a16:colId xmlns:a16="http://schemas.microsoft.com/office/drawing/2014/main" val="20003"/>
                    </a:ext>
                  </a:extLst>
                </a:gridCol>
                <a:gridCol w="1224125">
                  <a:extLst>
                    <a:ext uri="{9D8B030D-6E8A-4147-A177-3AD203B41FA5}">
                      <a16:colId xmlns:a16="http://schemas.microsoft.com/office/drawing/2014/main" val="20004"/>
                    </a:ext>
                  </a:extLst>
                </a:gridCol>
                <a:gridCol w="1152125">
                  <a:extLst>
                    <a:ext uri="{9D8B030D-6E8A-4147-A177-3AD203B41FA5}">
                      <a16:colId xmlns:a16="http://schemas.microsoft.com/office/drawing/2014/main" val="20005"/>
                    </a:ext>
                  </a:extLst>
                </a:gridCol>
                <a:gridCol w="1152125">
                  <a:extLst>
                    <a:ext uri="{9D8B030D-6E8A-4147-A177-3AD203B41FA5}">
                      <a16:colId xmlns:a16="http://schemas.microsoft.com/office/drawing/2014/main" val="20006"/>
                    </a:ext>
                  </a:extLst>
                </a:gridCol>
                <a:gridCol w="1279050">
                  <a:extLst>
                    <a:ext uri="{9D8B030D-6E8A-4147-A177-3AD203B41FA5}">
                      <a16:colId xmlns:a16="http://schemas.microsoft.com/office/drawing/2014/main" val="20007"/>
                    </a:ext>
                  </a:extLst>
                </a:gridCol>
              </a:tblGrid>
              <a:tr h="701200">
                <a:tc>
                  <a:txBody>
                    <a:bodyPr/>
                    <a:lstStyle/>
                    <a:p>
                      <a:pPr marL="0" marR="0" lvl="0" indent="0" algn="l" rtl="0">
                        <a:spcBef>
                          <a:spcPts val="0"/>
                        </a:spcBef>
                        <a:spcAft>
                          <a:spcPts val="0"/>
                        </a:spcAft>
                        <a:buNone/>
                      </a:pPr>
                      <a:r>
                        <a:rPr lang="en-US" sz="2000" u="none" strike="noStrike" cap="none"/>
                        <a:t>Step</a:t>
                      </a:r>
                      <a:endParaRPr/>
                    </a:p>
                  </a:txBody>
                  <a:tcPr marL="91450" marR="91450" marT="45725" marB="45725" anchor="ctr"/>
                </a:tc>
                <a:tc>
                  <a:txBody>
                    <a:bodyPr/>
                    <a:lstStyle/>
                    <a:p>
                      <a:pPr marL="0" marR="0" lvl="0" indent="0" algn="l" rtl="0">
                        <a:spcBef>
                          <a:spcPts val="0"/>
                        </a:spcBef>
                        <a:spcAft>
                          <a:spcPts val="0"/>
                        </a:spcAft>
                        <a:buNone/>
                      </a:pPr>
                      <a:r>
                        <a:rPr lang="en-US" sz="2000"/>
                        <a:t>(x)</a:t>
                      </a:r>
                      <a:endParaRPr/>
                    </a:p>
                  </a:txBody>
                  <a:tcPr marL="91450" marR="91450" marT="45725" marB="45725" anchor="ctr"/>
                </a:tc>
                <a:tc>
                  <a:txBody>
                    <a:bodyPr/>
                    <a:lstStyle/>
                    <a:p>
                      <a:pPr marL="0" marR="0" lvl="0" indent="0" algn="l" rtl="0">
                        <a:spcBef>
                          <a:spcPts val="0"/>
                        </a:spcBef>
                        <a:spcAft>
                          <a:spcPts val="0"/>
                        </a:spcAft>
                        <a:buNone/>
                      </a:pPr>
                      <a:r>
                        <a:rPr lang="en-US" sz="2000"/>
                        <a:t>(y)</a:t>
                      </a:r>
                      <a:endParaRPr/>
                    </a:p>
                  </a:txBody>
                  <a:tcPr marL="91450" marR="91450" marT="45725" marB="45725" anchor="ctr"/>
                </a:tc>
                <a:tc>
                  <a:txBody>
                    <a:bodyPr/>
                    <a:lstStyle/>
                    <a:p>
                      <a:pPr marL="0" marR="0" lvl="0" indent="0" algn="l" rtl="0">
                        <a:spcBef>
                          <a:spcPts val="0"/>
                        </a:spcBef>
                        <a:spcAft>
                          <a:spcPts val="0"/>
                        </a:spcAft>
                        <a:buNone/>
                      </a:pPr>
                      <a:r>
                        <a:rPr lang="en-US" sz="2000"/>
                        <a:t>(p_k)</a:t>
                      </a:r>
                      <a:endParaRPr/>
                    </a:p>
                  </a:txBody>
                  <a:tcPr marL="91450" marR="91450" marT="45725" marB="45725" anchor="ctr"/>
                </a:tc>
                <a:tc>
                  <a:txBody>
                    <a:bodyPr/>
                    <a:lstStyle/>
                    <a:p>
                      <a:pPr marL="0" marR="0" lvl="0" indent="0" algn="l" rtl="0">
                        <a:spcBef>
                          <a:spcPts val="0"/>
                        </a:spcBef>
                        <a:spcAft>
                          <a:spcPts val="0"/>
                        </a:spcAft>
                        <a:buNone/>
                      </a:pPr>
                      <a:r>
                        <a:rPr lang="en-US" sz="2000"/>
                        <a:t>Q-I (+x,+y)</a:t>
                      </a:r>
                      <a:endParaRPr/>
                    </a:p>
                  </a:txBody>
                  <a:tcPr marL="91450" marR="91450" marT="45725" marB="45725" anchor="ctr"/>
                </a:tc>
                <a:tc>
                  <a:txBody>
                    <a:bodyPr/>
                    <a:lstStyle/>
                    <a:p>
                      <a:pPr marL="0" marR="0" lvl="0" indent="0" algn="l" rtl="0">
                        <a:spcBef>
                          <a:spcPts val="0"/>
                        </a:spcBef>
                        <a:spcAft>
                          <a:spcPts val="0"/>
                        </a:spcAft>
                        <a:buNone/>
                      </a:pPr>
                      <a:r>
                        <a:rPr lang="en-US" sz="2000"/>
                        <a:t>Q-II (−x,+y)</a:t>
                      </a:r>
                      <a:endParaRPr/>
                    </a:p>
                  </a:txBody>
                  <a:tcPr marL="91450" marR="91450" marT="45725" marB="45725" anchor="ctr"/>
                </a:tc>
                <a:tc>
                  <a:txBody>
                    <a:bodyPr/>
                    <a:lstStyle/>
                    <a:p>
                      <a:pPr marL="0" marR="0" lvl="0" indent="0" algn="l" rtl="0">
                        <a:spcBef>
                          <a:spcPts val="0"/>
                        </a:spcBef>
                        <a:spcAft>
                          <a:spcPts val="0"/>
                        </a:spcAft>
                        <a:buNone/>
                      </a:pPr>
                      <a:r>
                        <a:rPr lang="en-US" sz="2000"/>
                        <a:t>Q-III (−x,−y)</a:t>
                      </a:r>
                      <a:endParaRPr/>
                    </a:p>
                  </a:txBody>
                  <a:tcPr marL="91450" marR="91450" marT="45725" marB="45725" anchor="ctr"/>
                </a:tc>
                <a:tc>
                  <a:txBody>
                    <a:bodyPr/>
                    <a:lstStyle/>
                    <a:p>
                      <a:pPr marL="0" marR="0" lvl="0" indent="0" algn="l" rtl="0">
                        <a:spcBef>
                          <a:spcPts val="0"/>
                        </a:spcBef>
                        <a:spcAft>
                          <a:spcPts val="0"/>
                        </a:spcAft>
                        <a:buNone/>
                      </a:pPr>
                      <a:r>
                        <a:rPr lang="en-US" sz="2000"/>
                        <a:t>Q-IV (+x,−y)</a:t>
                      </a:r>
                      <a:endParaRPr/>
                    </a:p>
                  </a:txBody>
                  <a:tcPr marL="91450" marR="91450" marT="45725" marB="45725" anchor="ctr"/>
                </a:tc>
                <a:extLst>
                  <a:ext uri="{0D108BD9-81ED-4DB2-BD59-A6C34878D82A}">
                    <a16:rowId xmlns:a16="http://schemas.microsoft.com/office/drawing/2014/main" val="10000"/>
                  </a:ext>
                </a:extLst>
              </a:tr>
              <a:tr h="396350">
                <a:tc>
                  <a:txBody>
                    <a:bodyPr/>
                    <a:lstStyle/>
                    <a:p>
                      <a:pPr marL="0" marR="0" lvl="0" indent="0" algn="l" rtl="0">
                        <a:spcBef>
                          <a:spcPts val="0"/>
                        </a:spcBef>
                        <a:spcAft>
                          <a:spcPts val="0"/>
                        </a:spcAft>
                        <a:buNone/>
                      </a:pPr>
                      <a:r>
                        <a:rPr lang="en-US" sz="2000"/>
                        <a:t>0</a:t>
                      </a:r>
                      <a:endParaRPr/>
                    </a:p>
                  </a:txBody>
                  <a:tcPr marL="91450" marR="91450" marT="45725" marB="45725" anchor="ctr"/>
                </a:tc>
                <a:tc>
                  <a:txBody>
                    <a:bodyPr/>
                    <a:lstStyle/>
                    <a:p>
                      <a:pPr marL="0" marR="0" lvl="0" indent="0" algn="l" rtl="0">
                        <a:spcBef>
                          <a:spcPts val="0"/>
                        </a:spcBef>
                        <a:spcAft>
                          <a:spcPts val="0"/>
                        </a:spcAft>
                        <a:buNone/>
                      </a:pPr>
                      <a:r>
                        <a:rPr lang="en-US" sz="2000"/>
                        <a:t>0</a:t>
                      </a:r>
                      <a:endParaRPr/>
                    </a:p>
                  </a:txBody>
                  <a:tcPr marL="91450" marR="91450" marT="45725" marB="45725" anchor="ctr"/>
                </a:tc>
                <a:tc>
                  <a:txBody>
                    <a:bodyPr/>
                    <a:lstStyle/>
                    <a:p>
                      <a:pPr marL="0" marR="0" lvl="0" indent="0" algn="l" rtl="0">
                        <a:spcBef>
                          <a:spcPts val="0"/>
                        </a:spcBef>
                        <a:spcAft>
                          <a:spcPts val="0"/>
                        </a:spcAft>
                        <a:buNone/>
                      </a:pPr>
                      <a:r>
                        <a:rPr lang="en-US" sz="2000"/>
                        <a:t>10</a:t>
                      </a:r>
                      <a:endParaRPr/>
                    </a:p>
                  </a:txBody>
                  <a:tcPr marL="91450" marR="91450" marT="45725" marB="45725" anchor="ctr"/>
                </a:tc>
                <a:tc>
                  <a:txBody>
                    <a:bodyPr/>
                    <a:lstStyle/>
                    <a:p>
                      <a:pPr marL="0" marR="0" lvl="0" indent="0" algn="l" rtl="0">
                        <a:spcBef>
                          <a:spcPts val="0"/>
                        </a:spcBef>
                        <a:spcAft>
                          <a:spcPts val="0"/>
                        </a:spcAft>
                        <a:buNone/>
                      </a:pPr>
                      <a:r>
                        <a:rPr lang="en-US" sz="2000"/>
                        <a:t>−9</a:t>
                      </a:r>
                      <a:endParaRPr/>
                    </a:p>
                  </a:txBody>
                  <a:tcPr marL="91450" marR="91450" marT="45725" marB="45725" anchor="ctr"/>
                </a:tc>
                <a:tc>
                  <a:txBody>
                    <a:bodyPr/>
                    <a:lstStyle/>
                    <a:p>
                      <a:pPr marL="0" marR="0" lvl="0" indent="0" algn="l" rtl="0">
                        <a:spcBef>
                          <a:spcPts val="0"/>
                        </a:spcBef>
                        <a:spcAft>
                          <a:spcPts val="0"/>
                        </a:spcAft>
                        <a:buNone/>
                      </a:pPr>
                      <a:r>
                        <a:rPr lang="en-US" sz="2000"/>
                        <a:t>(0,10)</a:t>
                      </a:r>
                      <a:endParaRPr/>
                    </a:p>
                  </a:txBody>
                  <a:tcPr marL="91450" marR="91450" marT="45725" marB="45725" anchor="ctr"/>
                </a:tc>
                <a:tc>
                  <a:txBody>
                    <a:bodyPr/>
                    <a:lstStyle/>
                    <a:p>
                      <a:pPr marL="0" marR="0" lvl="0" indent="0" algn="l" rtl="0">
                        <a:spcBef>
                          <a:spcPts val="0"/>
                        </a:spcBef>
                        <a:spcAft>
                          <a:spcPts val="0"/>
                        </a:spcAft>
                        <a:buNone/>
                      </a:pPr>
                      <a:r>
                        <a:rPr lang="en-US" sz="2000"/>
                        <a:t>(0,10)</a:t>
                      </a:r>
                      <a:endParaRPr/>
                    </a:p>
                  </a:txBody>
                  <a:tcPr marL="91450" marR="91450" marT="45725" marB="45725" anchor="ctr"/>
                </a:tc>
                <a:tc>
                  <a:txBody>
                    <a:bodyPr/>
                    <a:lstStyle/>
                    <a:p>
                      <a:pPr marL="0" marR="0" lvl="0" indent="0" algn="l" rtl="0">
                        <a:spcBef>
                          <a:spcPts val="0"/>
                        </a:spcBef>
                        <a:spcAft>
                          <a:spcPts val="0"/>
                        </a:spcAft>
                        <a:buNone/>
                      </a:pPr>
                      <a:r>
                        <a:rPr lang="en-US" sz="2000"/>
                        <a:t>(0,−10)</a:t>
                      </a:r>
                      <a:endParaRPr/>
                    </a:p>
                  </a:txBody>
                  <a:tcPr marL="91450" marR="91450" marT="45725" marB="45725" anchor="ctr"/>
                </a:tc>
                <a:tc>
                  <a:txBody>
                    <a:bodyPr/>
                    <a:lstStyle/>
                    <a:p>
                      <a:pPr marL="0" marR="0" lvl="0" indent="0" algn="l" rtl="0">
                        <a:spcBef>
                          <a:spcPts val="0"/>
                        </a:spcBef>
                        <a:spcAft>
                          <a:spcPts val="0"/>
                        </a:spcAft>
                        <a:buNone/>
                      </a:pPr>
                      <a:r>
                        <a:rPr lang="en-US" sz="2000"/>
                        <a:t>(0,−10)</a:t>
                      </a:r>
                      <a:endParaRPr/>
                    </a:p>
                  </a:txBody>
                  <a:tcPr marL="91450" marR="91450" marT="45725" marB="45725" anchor="ctr"/>
                </a:tc>
                <a:extLst>
                  <a:ext uri="{0D108BD9-81ED-4DB2-BD59-A6C34878D82A}">
                    <a16:rowId xmlns:a16="http://schemas.microsoft.com/office/drawing/2014/main" val="10001"/>
                  </a:ext>
                </a:extLst>
              </a:tr>
              <a:tr h="396350">
                <a:tc>
                  <a:txBody>
                    <a:bodyPr/>
                    <a:lstStyle/>
                    <a:p>
                      <a:pPr marL="0" marR="0" lvl="0" indent="0" algn="l" rtl="0">
                        <a:spcBef>
                          <a:spcPts val="0"/>
                        </a:spcBef>
                        <a:spcAft>
                          <a:spcPts val="0"/>
                        </a:spcAft>
                        <a:buNone/>
                      </a:pPr>
                      <a:r>
                        <a:rPr lang="en-US" sz="2000"/>
                        <a:t>1</a:t>
                      </a:r>
                      <a:endParaRPr/>
                    </a:p>
                  </a:txBody>
                  <a:tcPr marL="91450" marR="91450" marT="45725" marB="45725" anchor="ctr"/>
                </a:tc>
                <a:tc>
                  <a:txBody>
                    <a:bodyPr/>
                    <a:lstStyle/>
                    <a:p>
                      <a:pPr marL="0" marR="0" lvl="0" indent="0" algn="l" rtl="0">
                        <a:spcBef>
                          <a:spcPts val="0"/>
                        </a:spcBef>
                        <a:spcAft>
                          <a:spcPts val="0"/>
                        </a:spcAft>
                        <a:buNone/>
                      </a:pPr>
                      <a:r>
                        <a:rPr lang="en-US" sz="2000"/>
                        <a:t>1</a:t>
                      </a:r>
                      <a:endParaRPr/>
                    </a:p>
                  </a:txBody>
                  <a:tcPr marL="91450" marR="91450" marT="45725" marB="45725" anchor="ctr"/>
                </a:tc>
                <a:tc>
                  <a:txBody>
                    <a:bodyPr/>
                    <a:lstStyle/>
                    <a:p>
                      <a:pPr marL="0" marR="0" lvl="0" indent="0" algn="l" rtl="0">
                        <a:spcBef>
                          <a:spcPts val="0"/>
                        </a:spcBef>
                        <a:spcAft>
                          <a:spcPts val="0"/>
                        </a:spcAft>
                        <a:buNone/>
                      </a:pPr>
                      <a:r>
                        <a:rPr lang="en-US" sz="2000"/>
                        <a:t>10</a:t>
                      </a:r>
                      <a:endParaRPr/>
                    </a:p>
                  </a:txBody>
                  <a:tcPr marL="91450" marR="91450" marT="45725" marB="45725" anchor="ctr"/>
                </a:tc>
                <a:tc>
                  <a:txBody>
                    <a:bodyPr/>
                    <a:lstStyle/>
                    <a:p>
                      <a:pPr marL="0" marR="0" lvl="0" indent="0" algn="l" rtl="0">
                        <a:spcBef>
                          <a:spcPts val="0"/>
                        </a:spcBef>
                        <a:spcAft>
                          <a:spcPts val="0"/>
                        </a:spcAft>
                        <a:buNone/>
                      </a:pPr>
                      <a:r>
                        <a:rPr lang="en-US" sz="2000"/>
                        <a:t>−6</a:t>
                      </a:r>
                      <a:endParaRPr/>
                    </a:p>
                  </a:txBody>
                  <a:tcPr marL="91450" marR="91450" marT="45725" marB="45725" anchor="ctr"/>
                </a:tc>
                <a:tc>
                  <a:txBody>
                    <a:bodyPr/>
                    <a:lstStyle/>
                    <a:p>
                      <a:pPr marL="0" marR="0" lvl="0" indent="0" algn="l" rtl="0">
                        <a:spcBef>
                          <a:spcPts val="0"/>
                        </a:spcBef>
                        <a:spcAft>
                          <a:spcPts val="0"/>
                        </a:spcAft>
                        <a:buNone/>
                      </a:pPr>
                      <a:r>
                        <a:rPr lang="en-US" sz="2000"/>
                        <a:t>(1,10)</a:t>
                      </a:r>
                      <a:endParaRPr/>
                    </a:p>
                  </a:txBody>
                  <a:tcPr marL="91450" marR="91450" marT="45725" marB="45725" anchor="ctr"/>
                </a:tc>
                <a:tc>
                  <a:txBody>
                    <a:bodyPr/>
                    <a:lstStyle/>
                    <a:p>
                      <a:pPr marL="0" marR="0" lvl="0" indent="0" algn="l" rtl="0">
                        <a:spcBef>
                          <a:spcPts val="0"/>
                        </a:spcBef>
                        <a:spcAft>
                          <a:spcPts val="0"/>
                        </a:spcAft>
                        <a:buNone/>
                      </a:pPr>
                      <a:r>
                        <a:rPr lang="en-US" sz="2000"/>
                        <a:t>(−1,10)</a:t>
                      </a:r>
                      <a:endParaRPr/>
                    </a:p>
                  </a:txBody>
                  <a:tcPr marL="91450" marR="91450" marT="45725" marB="45725" anchor="ctr"/>
                </a:tc>
                <a:tc>
                  <a:txBody>
                    <a:bodyPr/>
                    <a:lstStyle/>
                    <a:p>
                      <a:pPr marL="0" marR="0" lvl="0" indent="0" algn="l" rtl="0">
                        <a:spcBef>
                          <a:spcPts val="0"/>
                        </a:spcBef>
                        <a:spcAft>
                          <a:spcPts val="0"/>
                        </a:spcAft>
                        <a:buNone/>
                      </a:pPr>
                      <a:r>
                        <a:rPr lang="en-US" sz="2000"/>
                        <a:t>(−1,−10)</a:t>
                      </a:r>
                      <a:endParaRPr/>
                    </a:p>
                  </a:txBody>
                  <a:tcPr marL="91450" marR="91450" marT="45725" marB="45725" anchor="ctr"/>
                </a:tc>
                <a:tc>
                  <a:txBody>
                    <a:bodyPr/>
                    <a:lstStyle/>
                    <a:p>
                      <a:pPr marL="0" marR="0" lvl="0" indent="0" algn="l" rtl="0">
                        <a:spcBef>
                          <a:spcPts val="0"/>
                        </a:spcBef>
                        <a:spcAft>
                          <a:spcPts val="0"/>
                        </a:spcAft>
                        <a:buNone/>
                      </a:pPr>
                      <a:r>
                        <a:rPr lang="en-US" sz="2000"/>
                        <a:t>(1,−10)</a:t>
                      </a:r>
                      <a:endParaRPr/>
                    </a:p>
                  </a:txBody>
                  <a:tcPr marL="91450" marR="91450" marT="45725" marB="45725" anchor="ctr"/>
                </a:tc>
                <a:extLst>
                  <a:ext uri="{0D108BD9-81ED-4DB2-BD59-A6C34878D82A}">
                    <a16:rowId xmlns:a16="http://schemas.microsoft.com/office/drawing/2014/main" val="10002"/>
                  </a:ext>
                </a:extLst>
              </a:tr>
              <a:tr h="396350">
                <a:tc>
                  <a:txBody>
                    <a:bodyPr/>
                    <a:lstStyle/>
                    <a:p>
                      <a:pPr marL="0" marR="0" lvl="0" indent="0" algn="l" rtl="0">
                        <a:spcBef>
                          <a:spcPts val="0"/>
                        </a:spcBef>
                        <a:spcAft>
                          <a:spcPts val="0"/>
                        </a:spcAft>
                        <a:buNone/>
                      </a:pPr>
                      <a:r>
                        <a:rPr lang="en-US" sz="2000"/>
                        <a:t>2</a:t>
                      </a:r>
                      <a:endParaRPr/>
                    </a:p>
                  </a:txBody>
                  <a:tcPr marL="91450" marR="91450" marT="45725" marB="45725" anchor="ctr"/>
                </a:tc>
                <a:tc>
                  <a:txBody>
                    <a:bodyPr/>
                    <a:lstStyle/>
                    <a:p>
                      <a:pPr marL="0" marR="0" lvl="0" indent="0" algn="l" rtl="0">
                        <a:spcBef>
                          <a:spcPts val="0"/>
                        </a:spcBef>
                        <a:spcAft>
                          <a:spcPts val="0"/>
                        </a:spcAft>
                        <a:buNone/>
                      </a:pPr>
                      <a:r>
                        <a:rPr lang="en-US" sz="2000"/>
                        <a:t>2</a:t>
                      </a:r>
                      <a:endParaRPr/>
                    </a:p>
                  </a:txBody>
                  <a:tcPr marL="91450" marR="91450" marT="45725" marB="45725" anchor="ctr"/>
                </a:tc>
                <a:tc>
                  <a:txBody>
                    <a:bodyPr/>
                    <a:lstStyle/>
                    <a:p>
                      <a:pPr marL="0" marR="0" lvl="0" indent="0" algn="l" rtl="0">
                        <a:spcBef>
                          <a:spcPts val="0"/>
                        </a:spcBef>
                        <a:spcAft>
                          <a:spcPts val="0"/>
                        </a:spcAft>
                        <a:buNone/>
                      </a:pPr>
                      <a:r>
                        <a:rPr lang="en-US" sz="2000"/>
                        <a:t>10</a:t>
                      </a:r>
                      <a:endParaRPr/>
                    </a:p>
                  </a:txBody>
                  <a:tcPr marL="91450" marR="91450" marT="45725" marB="45725" anchor="ctr"/>
                </a:tc>
                <a:tc>
                  <a:txBody>
                    <a:bodyPr/>
                    <a:lstStyle/>
                    <a:p>
                      <a:pPr marL="0" marR="0" lvl="0" indent="0" algn="l" rtl="0">
                        <a:spcBef>
                          <a:spcPts val="0"/>
                        </a:spcBef>
                        <a:spcAft>
                          <a:spcPts val="0"/>
                        </a:spcAft>
                        <a:buNone/>
                      </a:pPr>
                      <a:r>
                        <a:rPr lang="en-US" sz="2000"/>
                        <a:t>−1</a:t>
                      </a:r>
                      <a:endParaRPr/>
                    </a:p>
                  </a:txBody>
                  <a:tcPr marL="91450" marR="91450" marT="45725" marB="45725" anchor="ctr"/>
                </a:tc>
                <a:tc>
                  <a:txBody>
                    <a:bodyPr/>
                    <a:lstStyle/>
                    <a:p>
                      <a:pPr marL="0" marR="0" lvl="0" indent="0" algn="l" rtl="0">
                        <a:spcBef>
                          <a:spcPts val="0"/>
                        </a:spcBef>
                        <a:spcAft>
                          <a:spcPts val="0"/>
                        </a:spcAft>
                        <a:buNone/>
                      </a:pPr>
                      <a:r>
                        <a:rPr lang="en-US" sz="2000"/>
                        <a:t>(2,10)</a:t>
                      </a:r>
                      <a:endParaRPr/>
                    </a:p>
                  </a:txBody>
                  <a:tcPr marL="91450" marR="91450" marT="45725" marB="45725" anchor="ctr"/>
                </a:tc>
                <a:tc>
                  <a:txBody>
                    <a:bodyPr/>
                    <a:lstStyle/>
                    <a:p>
                      <a:pPr marL="0" marR="0" lvl="0" indent="0" algn="l" rtl="0">
                        <a:spcBef>
                          <a:spcPts val="0"/>
                        </a:spcBef>
                        <a:spcAft>
                          <a:spcPts val="0"/>
                        </a:spcAft>
                        <a:buNone/>
                      </a:pPr>
                      <a:r>
                        <a:rPr lang="en-US" sz="2000"/>
                        <a:t>(−2,10)</a:t>
                      </a:r>
                      <a:endParaRPr/>
                    </a:p>
                  </a:txBody>
                  <a:tcPr marL="91450" marR="91450" marT="45725" marB="45725" anchor="ctr"/>
                </a:tc>
                <a:tc>
                  <a:txBody>
                    <a:bodyPr/>
                    <a:lstStyle/>
                    <a:p>
                      <a:pPr marL="0" marR="0" lvl="0" indent="0" algn="l" rtl="0">
                        <a:spcBef>
                          <a:spcPts val="0"/>
                        </a:spcBef>
                        <a:spcAft>
                          <a:spcPts val="0"/>
                        </a:spcAft>
                        <a:buNone/>
                      </a:pPr>
                      <a:r>
                        <a:rPr lang="en-US" sz="2000"/>
                        <a:t>(−2,−10)</a:t>
                      </a:r>
                      <a:endParaRPr/>
                    </a:p>
                  </a:txBody>
                  <a:tcPr marL="91450" marR="91450" marT="45725" marB="45725" anchor="ctr"/>
                </a:tc>
                <a:tc>
                  <a:txBody>
                    <a:bodyPr/>
                    <a:lstStyle/>
                    <a:p>
                      <a:pPr marL="0" marR="0" lvl="0" indent="0" algn="l" rtl="0">
                        <a:spcBef>
                          <a:spcPts val="0"/>
                        </a:spcBef>
                        <a:spcAft>
                          <a:spcPts val="0"/>
                        </a:spcAft>
                        <a:buNone/>
                      </a:pPr>
                      <a:r>
                        <a:rPr lang="en-US" sz="2000"/>
                        <a:t>(2,−10)</a:t>
                      </a:r>
                      <a:endParaRPr/>
                    </a:p>
                  </a:txBody>
                  <a:tcPr marL="91450" marR="91450" marT="45725" marB="45725" anchor="ctr"/>
                </a:tc>
                <a:extLst>
                  <a:ext uri="{0D108BD9-81ED-4DB2-BD59-A6C34878D82A}">
                    <a16:rowId xmlns:a16="http://schemas.microsoft.com/office/drawing/2014/main" val="10003"/>
                  </a:ext>
                </a:extLst>
              </a:tr>
              <a:tr h="396350">
                <a:tc>
                  <a:txBody>
                    <a:bodyPr/>
                    <a:lstStyle/>
                    <a:p>
                      <a:pPr marL="0" marR="0" lvl="0" indent="0" algn="l" rtl="0">
                        <a:spcBef>
                          <a:spcPts val="0"/>
                        </a:spcBef>
                        <a:spcAft>
                          <a:spcPts val="0"/>
                        </a:spcAft>
                        <a:buNone/>
                      </a:pPr>
                      <a:r>
                        <a:rPr lang="en-US" sz="2000"/>
                        <a:t>3</a:t>
                      </a:r>
                      <a:endParaRPr/>
                    </a:p>
                  </a:txBody>
                  <a:tcPr marL="91450" marR="91450" marT="45725" marB="45725" anchor="ctr"/>
                </a:tc>
                <a:tc>
                  <a:txBody>
                    <a:bodyPr/>
                    <a:lstStyle/>
                    <a:p>
                      <a:pPr marL="0" marR="0" lvl="0" indent="0" algn="l" rtl="0">
                        <a:spcBef>
                          <a:spcPts val="0"/>
                        </a:spcBef>
                        <a:spcAft>
                          <a:spcPts val="0"/>
                        </a:spcAft>
                        <a:buNone/>
                      </a:pPr>
                      <a:r>
                        <a:rPr lang="en-US" sz="2000"/>
                        <a:t>3</a:t>
                      </a:r>
                      <a:endParaRPr/>
                    </a:p>
                  </a:txBody>
                  <a:tcPr marL="91450" marR="91450" marT="45725" marB="45725" anchor="ctr"/>
                </a:tc>
                <a:tc>
                  <a:txBody>
                    <a:bodyPr/>
                    <a:lstStyle/>
                    <a:p>
                      <a:pPr marL="0" marR="0" lvl="0" indent="0" algn="l" rtl="0">
                        <a:spcBef>
                          <a:spcPts val="0"/>
                        </a:spcBef>
                        <a:spcAft>
                          <a:spcPts val="0"/>
                        </a:spcAft>
                        <a:buNone/>
                      </a:pPr>
                      <a:r>
                        <a:rPr lang="en-US" sz="2000"/>
                        <a:t>10</a:t>
                      </a:r>
                      <a:endParaRPr/>
                    </a:p>
                  </a:txBody>
                  <a:tcPr marL="91450" marR="91450" marT="45725" marB="45725" anchor="ctr"/>
                </a:tc>
                <a:tc>
                  <a:txBody>
                    <a:bodyPr/>
                    <a:lstStyle/>
                    <a:p>
                      <a:pPr marL="0" marR="0" lvl="0" indent="0" algn="l" rtl="0">
                        <a:spcBef>
                          <a:spcPts val="0"/>
                        </a:spcBef>
                        <a:spcAft>
                          <a:spcPts val="0"/>
                        </a:spcAft>
                        <a:buNone/>
                      </a:pPr>
                      <a:r>
                        <a:rPr lang="en-US" sz="2000"/>
                        <a:t>6</a:t>
                      </a:r>
                      <a:endParaRPr/>
                    </a:p>
                  </a:txBody>
                  <a:tcPr marL="91450" marR="91450" marT="45725" marB="45725" anchor="ctr"/>
                </a:tc>
                <a:tc>
                  <a:txBody>
                    <a:bodyPr/>
                    <a:lstStyle/>
                    <a:p>
                      <a:pPr marL="0" marR="0" lvl="0" indent="0" algn="l" rtl="0">
                        <a:spcBef>
                          <a:spcPts val="0"/>
                        </a:spcBef>
                        <a:spcAft>
                          <a:spcPts val="0"/>
                        </a:spcAft>
                        <a:buNone/>
                      </a:pPr>
                      <a:r>
                        <a:rPr lang="en-US" sz="2000"/>
                        <a:t>(3,10)</a:t>
                      </a:r>
                      <a:endParaRPr/>
                    </a:p>
                  </a:txBody>
                  <a:tcPr marL="91450" marR="91450" marT="45725" marB="45725" anchor="ctr"/>
                </a:tc>
                <a:tc>
                  <a:txBody>
                    <a:bodyPr/>
                    <a:lstStyle/>
                    <a:p>
                      <a:pPr marL="0" marR="0" lvl="0" indent="0" algn="l" rtl="0">
                        <a:spcBef>
                          <a:spcPts val="0"/>
                        </a:spcBef>
                        <a:spcAft>
                          <a:spcPts val="0"/>
                        </a:spcAft>
                        <a:buNone/>
                      </a:pPr>
                      <a:r>
                        <a:rPr lang="en-US" sz="2000"/>
                        <a:t>(−3,10)</a:t>
                      </a:r>
                      <a:endParaRPr/>
                    </a:p>
                  </a:txBody>
                  <a:tcPr marL="91450" marR="91450" marT="45725" marB="45725" anchor="ctr"/>
                </a:tc>
                <a:tc>
                  <a:txBody>
                    <a:bodyPr/>
                    <a:lstStyle/>
                    <a:p>
                      <a:pPr marL="0" marR="0" lvl="0" indent="0" algn="l" rtl="0">
                        <a:spcBef>
                          <a:spcPts val="0"/>
                        </a:spcBef>
                        <a:spcAft>
                          <a:spcPts val="0"/>
                        </a:spcAft>
                        <a:buNone/>
                      </a:pPr>
                      <a:r>
                        <a:rPr lang="en-US" sz="2000"/>
                        <a:t>(−3,−10)</a:t>
                      </a:r>
                      <a:endParaRPr/>
                    </a:p>
                  </a:txBody>
                  <a:tcPr marL="91450" marR="91450" marT="45725" marB="45725" anchor="ctr"/>
                </a:tc>
                <a:tc>
                  <a:txBody>
                    <a:bodyPr/>
                    <a:lstStyle/>
                    <a:p>
                      <a:pPr marL="0" marR="0" lvl="0" indent="0" algn="l" rtl="0">
                        <a:spcBef>
                          <a:spcPts val="0"/>
                        </a:spcBef>
                        <a:spcAft>
                          <a:spcPts val="0"/>
                        </a:spcAft>
                        <a:buNone/>
                      </a:pPr>
                      <a:r>
                        <a:rPr lang="en-US" sz="2000"/>
                        <a:t>(3,−10)</a:t>
                      </a:r>
                      <a:endParaRPr/>
                    </a:p>
                  </a:txBody>
                  <a:tcPr marL="91450" marR="91450" marT="45725" marB="45725" anchor="ctr"/>
                </a:tc>
                <a:extLst>
                  <a:ext uri="{0D108BD9-81ED-4DB2-BD59-A6C34878D82A}">
                    <a16:rowId xmlns:a16="http://schemas.microsoft.com/office/drawing/2014/main" val="10004"/>
                  </a:ext>
                </a:extLst>
              </a:tr>
              <a:tr h="396350">
                <a:tc>
                  <a:txBody>
                    <a:bodyPr/>
                    <a:lstStyle/>
                    <a:p>
                      <a:pPr marL="0" marR="0" lvl="0" indent="0" algn="l" rtl="0">
                        <a:spcBef>
                          <a:spcPts val="0"/>
                        </a:spcBef>
                        <a:spcAft>
                          <a:spcPts val="0"/>
                        </a:spcAft>
                        <a:buNone/>
                      </a:pPr>
                      <a:r>
                        <a:rPr lang="en-US" sz="2000"/>
                        <a:t>4</a:t>
                      </a:r>
                      <a:endParaRPr/>
                    </a:p>
                  </a:txBody>
                  <a:tcPr marL="91450" marR="91450" marT="45725" marB="45725" anchor="ctr"/>
                </a:tc>
                <a:tc>
                  <a:txBody>
                    <a:bodyPr/>
                    <a:lstStyle/>
                    <a:p>
                      <a:pPr marL="0" marR="0" lvl="0" indent="0" algn="l" rtl="0">
                        <a:spcBef>
                          <a:spcPts val="0"/>
                        </a:spcBef>
                        <a:spcAft>
                          <a:spcPts val="0"/>
                        </a:spcAft>
                        <a:buNone/>
                      </a:pPr>
                      <a:r>
                        <a:rPr lang="en-US" sz="2000"/>
                        <a:t>4</a:t>
                      </a:r>
                      <a:endParaRPr/>
                    </a:p>
                  </a:txBody>
                  <a:tcPr marL="91450" marR="91450" marT="45725" marB="45725" anchor="ctr"/>
                </a:tc>
                <a:tc>
                  <a:txBody>
                    <a:bodyPr/>
                    <a:lstStyle/>
                    <a:p>
                      <a:pPr marL="0" marR="0" lvl="0" indent="0" algn="l" rtl="0">
                        <a:spcBef>
                          <a:spcPts val="0"/>
                        </a:spcBef>
                        <a:spcAft>
                          <a:spcPts val="0"/>
                        </a:spcAft>
                        <a:buNone/>
                      </a:pPr>
                      <a:r>
                        <a:rPr lang="en-US" sz="2000"/>
                        <a:t>9</a:t>
                      </a:r>
                      <a:endParaRPr/>
                    </a:p>
                  </a:txBody>
                  <a:tcPr marL="91450" marR="91450" marT="45725" marB="45725" anchor="ctr"/>
                </a:tc>
                <a:tc>
                  <a:txBody>
                    <a:bodyPr/>
                    <a:lstStyle/>
                    <a:p>
                      <a:pPr marL="0" marR="0" lvl="0" indent="0" algn="l" rtl="0">
                        <a:spcBef>
                          <a:spcPts val="0"/>
                        </a:spcBef>
                        <a:spcAft>
                          <a:spcPts val="0"/>
                        </a:spcAft>
                        <a:buNone/>
                      </a:pPr>
                      <a:r>
                        <a:rPr lang="en-US" sz="2000"/>
                        <a:t>−3</a:t>
                      </a:r>
                      <a:endParaRPr/>
                    </a:p>
                  </a:txBody>
                  <a:tcPr marL="91450" marR="91450" marT="45725" marB="45725" anchor="ctr"/>
                </a:tc>
                <a:tc>
                  <a:txBody>
                    <a:bodyPr/>
                    <a:lstStyle/>
                    <a:p>
                      <a:pPr marL="0" marR="0" lvl="0" indent="0" algn="l" rtl="0">
                        <a:spcBef>
                          <a:spcPts val="0"/>
                        </a:spcBef>
                        <a:spcAft>
                          <a:spcPts val="0"/>
                        </a:spcAft>
                        <a:buNone/>
                      </a:pPr>
                      <a:r>
                        <a:rPr lang="en-US" sz="2000"/>
                        <a:t>(4,9)</a:t>
                      </a:r>
                      <a:endParaRPr/>
                    </a:p>
                  </a:txBody>
                  <a:tcPr marL="91450" marR="91450" marT="45725" marB="45725" anchor="ctr"/>
                </a:tc>
                <a:tc>
                  <a:txBody>
                    <a:bodyPr/>
                    <a:lstStyle/>
                    <a:p>
                      <a:pPr marL="0" marR="0" lvl="0" indent="0" algn="l" rtl="0">
                        <a:spcBef>
                          <a:spcPts val="0"/>
                        </a:spcBef>
                        <a:spcAft>
                          <a:spcPts val="0"/>
                        </a:spcAft>
                        <a:buNone/>
                      </a:pPr>
                      <a:r>
                        <a:rPr lang="en-US" sz="2000"/>
                        <a:t>(−4,9)</a:t>
                      </a:r>
                      <a:endParaRPr/>
                    </a:p>
                  </a:txBody>
                  <a:tcPr marL="91450" marR="91450" marT="45725" marB="45725" anchor="ctr"/>
                </a:tc>
                <a:tc>
                  <a:txBody>
                    <a:bodyPr/>
                    <a:lstStyle/>
                    <a:p>
                      <a:pPr marL="0" marR="0" lvl="0" indent="0" algn="l" rtl="0">
                        <a:spcBef>
                          <a:spcPts val="0"/>
                        </a:spcBef>
                        <a:spcAft>
                          <a:spcPts val="0"/>
                        </a:spcAft>
                        <a:buNone/>
                      </a:pPr>
                      <a:r>
                        <a:rPr lang="en-US" sz="2000"/>
                        <a:t>(−4,−9)</a:t>
                      </a:r>
                      <a:endParaRPr/>
                    </a:p>
                  </a:txBody>
                  <a:tcPr marL="91450" marR="91450" marT="45725" marB="45725" anchor="ctr"/>
                </a:tc>
                <a:tc>
                  <a:txBody>
                    <a:bodyPr/>
                    <a:lstStyle/>
                    <a:p>
                      <a:pPr marL="0" marR="0" lvl="0" indent="0" algn="l" rtl="0">
                        <a:spcBef>
                          <a:spcPts val="0"/>
                        </a:spcBef>
                        <a:spcAft>
                          <a:spcPts val="0"/>
                        </a:spcAft>
                        <a:buNone/>
                      </a:pPr>
                      <a:r>
                        <a:rPr lang="en-US" sz="2000"/>
                        <a:t>(4,−9)</a:t>
                      </a:r>
                      <a:endParaRPr/>
                    </a:p>
                  </a:txBody>
                  <a:tcPr marL="91450" marR="91450" marT="45725" marB="45725" anchor="ctr"/>
                </a:tc>
                <a:extLst>
                  <a:ext uri="{0D108BD9-81ED-4DB2-BD59-A6C34878D82A}">
                    <a16:rowId xmlns:a16="http://schemas.microsoft.com/office/drawing/2014/main" val="10005"/>
                  </a:ext>
                </a:extLst>
              </a:tr>
              <a:tr h="396350">
                <a:tc>
                  <a:txBody>
                    <a:bodyPr/>
                    <a:lstStyle/>
                    <a:p>
                      <a:pPr marL="0" marR="0" lvl="0" indent="0" algn="l" rtl="0">
                        <a:spcBef>
                          <a:spcPts val="0"/>
                        </a:spcBef>
                        <a:spcAft>
                          <a:spcPts val="0"/>
                        </a:spcAft>
                        <a:buNone/>
                      </a:pPr>
                      <a:r>
                        <a:rPr lang="en-US" sz="2000"/>
                        <a:t>5</a:t>
                      </a:r>
                      <a:endParaRPr/>
                    </a:p>
                  </a:txBody>
                  <a:tcPr marL="91450" marR="91450" marT="45725" marB="45725" anchor="ctr"/>
                </a:tc>
                <a:tc>
                  <a:txBody>
                    <a:bodyPr/>
                    <a:lstStyle/>
                    <a:p>
                      <a:pPr marL="0" marR="0" lvl="0" indent="0" algn="l" rtl="0">
                        <a:spcBef>
                          <a:spcPts val="0"/>
                        </a:spcBef>
                        <a:spcAft>
                          <a:spcPts val="0"/>
                        </a:spcAft>
                        <a:buNone/>
                      </a:pPr>
                      <a:r>
                        <a:rPr lang="en-US" sz="2000"/>
                        <a:t>5</a:t>
                      </a:r>
                      <a:endParaRPr/>
                    </a:p>
                  </a:txBody>
                  <a:tcPr marL="91450" marR="91450" marT="45725" marB="45725" anchor="ctr"/>
                </a:tc>
                <a:tc>
                  <a:txBody>
                    <a:bodyPr/>
                    <a:lstStyle/>
                    <a:p>
                      <a:pPr marL="0" marR="0" lvl="0" indent="0" algn="l" rtl="0">
                        <a:spcBef>
                          <a:spcPts val="0"/>
                        </a:spcBef>
                        <a:spcAft>
                          <a:spcPts val="0"/>
                        </a:spcAft>
                        <a:buNone/>
                      </a:pPr>
                      <a:r>
                        <a:rPr lang="en-US" sz="2000"/>
                        <a:t>9</a:t>
                      </a:r>
                      <a:endParaRPr/>
                    </a:p>
                  </a:txBody>
                  <a:tcPr marL="91450" marR="91450" marT="45725" marB="45725" anchor="ctr"/>
                </a:tc>
                <a:tc>
                  <a:txBody>
                    <a:bodyPr/>
                    <a:lstStyle/>
                    <a:p>
                      <a:pPr marL="0" marR="0" lvl="0" indent="0" algn="l" rtl="0">
                        <a:spcBef>
                          <a:spcPts val="0"/>
                        </a:spcBef>
                        <a:spcAft>
                          <a:spcPts val="0"/>
                        </a:spcAft>
                        <a:buNone/>
                      </a:pPr>
                      <a:r>
                        <a:rPr lang="en-US" sz="2000"/>
                        <a:t>8</a:t>
                      </a:r>
                      <a:endParaRPr/>
                    </a:p>
                  </a:txBody>
                  <a:tcPr marL="91450" marR="91450" marT="45725" marB="45725" anchor="ctr"/>
                </a:tc>
                <a:tc>
                  <a:txBody>
                    <a:bodyPr/>
                    <a:lstStyle/>
                    <a:p>
                      <a:pPr marL="0" marR="0" lvl="0" indent="0" algn="l" rtl="0">
                        <a:spcBef>
                          <a:spcPts val="0"/>
                        </a:spcBef>
                        <a:spcAft>
                          <a:spcPts val="0"/>
                        </a:spcAft>
                        <a:buNone/>
                      </a:pPr>
                      <a:r>
                        <a:rPr lang="en-US" sz="2000"/>
                        <a:t>(5,9)</a:t>
                      </a:r>
                      <a:endParaRPr/>
                    </a:p>
                  </a:txBody>
                  <a:tcPr marL="91450" marR="91450" marT="45725" marB="45725" anchor="ctr"/>
                </a:tc>
                <a:tc>
                  <a:txBody>
                    <a:bodyPr/>
                    <a:lstStyle/>
                    <a:p>
                      <a:pPr marL="0" marR="0" lvl="0" indent="0" algn="l" rtl="0">
                        <a:spcBef>
                          <a:spcPts val="0"/>
                        </a:spcBef>
                        <a:spcAft>
                          <a:spcPts val="0"/>
                        </a:spcAft>
                        <a:buNone/>
                      </a:pPr>
                      <a:r>
                        <a:rPr lang="en-US" sz="2000"/>
                        <a:t>(−5,9)</a:t>
                      </a:r>
                      <a:endParaRPr/>
                    </a:p>
                  </a:txBody>
                  <a:tcPr marL="91450" marR="91450" marT="45725" marB="45725" anchor="ctr"/>
                </a:tc>
                <a:tc>
                  <a:txBody>
                    <a:bodyPr/>
                    <a:lstStyle/>
                    <a:p>
                      <a:pPr marL="0" marR="0" lvl="0" indent="0" algn="l" rtl="0">
                        <a:spcBef>
                          <a:spcPts val="0"/>
                        </a:spcBef>
                        <a:spcAft>
                          <a:spcPts val="0"/>
                        </a:spcAft>
                        <a:buNone/>
                      </a:pPr>
                      <a:r>
                        <a:rPr lang="en-US" sz="2000"/>
                        <a:t>(−5,−9)</a:t>
                      </a:r>
                      <a:endParaRPr/>
                    </a:p>
                  </a:txBody>
                  <a:tcPr marL="91450" marR="91450" marT="45725" marB="45725" anchor="ctr"/>
                </a:tc>
                <a:tc>
                  <a:txBody>
                    <a:bodyPr/>
                    <a:lstStyle/>
                    <a:p>
                      <a:pPr marL="0" marR="0" lvl="0" indent="0" algn="l" rtl="0">
                        <a:spcBef>
                          <a:spcPts val="0"/>
                        </a:spcBef>
                        <a:spcAft>
                          <a:spcPts val="0"/>
                        </a:spcAft>
                        <a:buNone/>
                      </a:pPr>
                      <a:r>
                        <a:rPr lang="en-US" sz="2000"/>
                        <a:t>(5,−9)</a:t>
                      </a:r>
                      <a:endParaRPr/>
                    </a:p>
                  </a:txBody>
                  <a:tcPr marL="91450" marR="91450" marT="45725" marB="45725" anchor="ctr"/>
                </a:tc>
                <a:extLst>
                  <a:ext uri="{0D108BD9-81ED-4DB2-BD59-A6C34878D82A}">
                    <a16:rowId xmlns:a16="http://schemas.microsoft.com/office/drawing/2014/main" val="10006"/>
                  </a:ext>
                </a:extLst>
              </a:tr>
              <a:tr h="396350">
                <a:tc>
                  <a:txBody>
                    <a:bodyPr/>
                    <a:lstStyle/>
                    <a:p>
                      <a:pPr marL="0" marR="0" lvl="0" indent="0" algn="l" rtl="0">
                        <a:spcBef>
                          <a:spcPts val="0"/>
                        </a:spcBef>
                        <a:spcAft>
                          <a:spcPts val="0"/>
                        </a:spcAft>
                        <a:buNone/>
                      </a:pPr>
                      <a:r>
                        <a:rPr lang="en-US" sz="2000"/>
                        <a:t>6</a:t>
                      </a:r>
                      <a:endParaRPr/>
                    </a:p>
                  </a:txBody>
                  <a:tcPr marL="91450" marR="91450" marT="45725" marB="45725" anchor="ctr"/>
                </a:tc>
                <a:tc>
                  <a:txBody>
                    <a:bodyPr/>
                    <a:lstStyle/>
                    <a:p>
                      <a:pPr marL="0" marR="0" lvl="0" indent="0" algn="l" rtl="0">
                        <a:spcBef>
                          <a:spcPts val="0"/>
                        </a:spcBef>
                        <a:spcAft>
                          <a:spcPts val="0"/>
                        </a:spcAft>
                        <a:buNone/>
                      </a:pPr>
                      <a:r>
                        <a:rPr lang="en-US" sz="2000"/>
                        <a:t>6</a:t>
                      </a:r>
                      <a:endParaRPr/>
                    </a:p>
                  </a:txBody>
                  <a:tcPr marL="91450" marR="91450" marT="45725" marB="45725" anchor="ctr"/>
                </a:tc>
                <a:tc>
                  <a:txBody>
                    <a:bodyPr/>
                    <a:lstStyle/>
                    <a:p>
                      <a:pPr marL="0" marR="0" lvl="0" indent="0" algn="l" rtl="0">
                        <a:spcBef>
                          <a:spcPts val="0"/>
                        </a:spcBef>
                        <a:spcAft>
                          <a:spcPts val="0"/>
                        </a:spcAft>
                        <a:buNone/>
                      </a:pPr>
                      <a:r>
                        <a:rPr lang="en-US" sz="2000"/>
                        <a:t>8</a:t>
                      </a:r>
                      <a:endParaRPr/>
                    </a:p>
                  </a:txBody>
                  <a:tcPr marL="91450" marR="91450" marT="45725" marB="45725" anchor="ctr"/>
                </a:tc>
                <a:tc>
                  <a:txBody>
                    <a:bodyPr/>
                    <a:lstStyle/>
                    <a:p>
                      <a:pPr marL="0" marR="0" lvl="0" indent="0" algn="l" rtl="0">
                        <a:spcBef>
                          <a:spcPts val="0"/>
                        </a:spcBef>
                        <a:spcAft>
                          <a:spcPts val="0"/>
                        </a:spcAft>
                        <a:buNone/>
                      </a:pPr>
                      <a:r>
                        <a:rPr lang="en-US" sz="2000"/>
                        <a:t>5</a:t>
                      </a:r>
                      <a:endParaRPr/>
                    </a:p>
                  </a:txBody>
                  <a:tcPr marL="91450" marR="91450" marT="45725" marB="45725" anchor="ctr"/>
                </a:tc>
                <a:tc>
                  <a:txBody>
                    <a:bodyPr/>
                    <a:lstStyle/>
                    <a:p>
                      <a:pPr marL="0" marR="0" lvl="0" indent="0" algn="l" rtl="0">
                        <a:spcBef>
                          <a:spcPts val="0"/>
                        </a:spcBef>
                        <a:spcAft>
                          <a:spcPts val="0"/>
                        </a:spcAft>
                        <a:buNone/>
                      </a:pPr>
                      <a:r>
                        <a:rPr lang="en-US" sz="2000"/>
                        <a:t>(6,8)</a:t>
                      </a:r>
                      <a:endParaRPr/>
                    </a:p>
                  </a:txBody>
                  <a:tcPr marL="91450" marR="91450" marT="45725" marB="45725" anchor="ctr"/>
                </a:tc>
                <a:tc>
                  <a:txBody>
                    <a:bodyPr/>
                    <a:lstStyle/>
                    <a:p>
                      <a:pPr marL="0" marR="0" lvl="0" indent="0" algn="l" rtl="0">
                        <a:spcBef>
                          <a:spcPts val="0"/>
                        </a:spcBef>
                        <a:spcAft>
                          <a:spcPts val="0"/>
                        </a:spcAft>
                        <a:buNone/>
                      </a:pPr>
                      <a:r>
                        <a:rPr lang="en-US" sz="2000"/>
                        <a:t>(−6,8)</a:t>
                      </a:r>
                      <a:endParaRPr/>
                    </a:p>
                  </a:txBody>
                  <a:tcPr marL="91450" marR="91450" marT="45725" marB="45725" anchor="ctr"/>
                </a:tc>
                <a:tc>
                  <a:txBody>
                    <a:bodyPr/>
                    <a:lstStyle/>
                    <a:p>
                      <a:pPr marL="0" marR="0" lvl="0" indent="0" algn="l" rtl="0">
                        <a:spcBef>
                          <a:spcPts val="0"/>
                        </a:spcBef>
                        <a:spcAft>
                          <a:spcPts val="0"/>
                        </a:spcAft>
                        <a:buNone/>
                      </a:pPr>
                      <a:r>
                        <a:rPr lang="en-US" sz="2000"/>
                        <a:t>(−6,−8)</a:t>
                      </a:r>
                      <a:endParaRPr/>
                    </a:p>
                  </a:txBody>
                  <a:tcPr marL="91450" marR="91450" marT="45725" marB="45725" anchor="ctr"/>
                </a:tc>
                <a:tc>
                  <a:txBody>
                    <a:bodyPr/>
                    <a:lstStyle/>
                    <a:p>
                      <a:pPr marL="0" marR="0" lvl="0" indent="0" algn="l" rtl="0">
                        <a:spcBef>
                          <a:spcPts val="0"/>
                        </a:spcBef>
                        <a:spcAft>
                          <a:spcPts val="0"/>
                        </a:spcAft>
                        <a:buNone/>
                      </a:pPr>
                      <a:r>
                        <a:rPr lang="en-US" sz="2000"/>
                        <a:t>(6,−8)</a:t>
                      </a:r>
                      <a:endParaRPr/>
                    </a:p>
                  </a:txBody>
                  <a:tcPr marL="91450" marR="91450" marT="45725" marB="45725" anchor="ctr"/>
                </a:tc>
                <a:extLst>
                  <a:ext uri="{0D108BD9-81ED-4DB2-BD59-A6C34878D82A}">
                    <a16:rowId xmlns:a16="http://schemas.microsoft.com/office/drawing/2014/main" val="10007"/>
                  </a:ext>
                </a:extLst>
              </a:tr>
              <a:tr h="396350">
                <a:tc>
                  <a:txBody>
                    <a:bodyPr/>
                    <a:lstStyle/>
                    <a:p>
                      <a:pPr marL="0" marR="0" lvl="0" indent="0" algn="l" rtl="0">
                        <a:spcBef>
                          <a:spcPts val="0"/>
                        </a:spcBef>
                        <a:spcAft>
                          <a:spcPts val="0"/>
                        </a:spcAft>
                        <a:buNone/>
                      </a:pPr>
                      <a:r>
                        <a:rPr lang="en-US" sz="2000"/>
                        <a:t>7</a:t>
                      </a:r>
                      <a:endParaRPr/>
                    </a:p>
                  </a:txBody>
                  <a:tcPr marL="91450" marR="91450" marT="45725" marB="45725" anchor="ctr"/>
                </a:tc>
                <a:tc>
                  <a:txBody>
                    <a:bodyPr/>
                    <a:lstStyle/>
                    <a:p>
                      <a:pPr marL="0" marR="0" lvl="0" indent="0" algn="l" rtl="0">
                        <a:spcBef>
                          <a:spcPts val="0"/>
                        </a:spcBef>
                        <a:spcAft>
                          <a:spcPts val="0"/>
                        </a:spcAft>
                        <a:buNone/>
                      </a:pPr>
                      <a:r>
                        <a:rPr lang="en-US" sz="2000"/>
                        <a:t>7</a:t>
                      </a:r>
                      <a:endParaRPr/>
                    </a:p>
                  </a:txBody>
                  <a:tcPr marL="91450" marR="91450" marT="45725" marB="45725" anchor="ctr"/>
                </a:tc>
                <a:tc>
                  <a:txBody>
                    <a:bodyPr/>
                    <a:lstStyle/>
                    <a:p>
                      <a:pPr marL="0" marR="0" lvl="0" indent="0" algn="l" rtl="0">
                        <a:spcBef>
                          <a:spcPts val="0"/>
                        </a:spcBef>
                        <a:spcAft>
                          <a:spcPts val="0"/>
                        </a:spcAft>
                        <a:buNone/>
                      </a:pPr>
                      <a:r>
                        <a:rPr lang="en-US" sz="2000"/>
                        <a:t>7</a:t>
                      </a:r>
                      <a:endParaRPr/>
                    </a:p>
                  </a:txBody>
                  <a:tcPr marL="91450" marR="91450" marT="45725" marB="45725" anchor="ctr"/>
                </a:tc>
                <a:tc>
                  <a:txBody>
                    <a:bodyPr/>
                    <a:lstStyle/>
                    <a:p>
                      <a:pPr marL="0" marR="0" lvl="0" indent="0" algn="l" rtl="0">
                        <a:spcBef>
                          <a:spcPts val="0"/>
                        </a:spcBef>
                        <a:spcAft>
                          <a:spcPts val="0"/>
                        </a:spcAft>
                        <a:buNone/>
                      </a:pPr>
                      <a:r>
                        <a:rPr lang="en-US" sz="2000"/>
                        <a:t>6</a:t>
                      </a:r>
                      <a:endParaRPr/>
                    </a:p>
                  </a:txBody>
                  <a:tcPr marL="91450" marR="91450" marT="45725" marB="45725" anchor="ctr"/>
                </a:tc>
                <a:tc>
                  <a:txBody>
                    <a:bodyPr/>
                    <a:lstStyle/>
                    <a:p>
                      <a:pPr marL="0" marR="0" lvl="0" indent="0" algn="l" rtl="0">
                        <a:spcBef>
                          <a:spcPts val="0"/>
                        </a:spcBef>
                        <a:spcAft>
                          <a:spcPts val="0"/>
                        </a:spcAft>
                        <a:buNone/>
                      </a:pPr>
                      <a:r>
                        <a:rPr lang="en-US" sz="2000"/>
                        <a:t>(7,7)</a:t>
                      </a:r>
                      <a:endParaRPr/>
                    </a:p>
                  </a:txBody>
                  <a:tcPr marL="91450" marR="91450" marT="45725" marB="45725" anchor="ctr"/>
                </a:tc>
                <a:tc>
                  <a:txBody>
                    <a:bodyPr/>
                    <a:lstStyle/>
                    <a:p>
                      <a:pPr marL="0" marR="0" lvl="0" indent="0" algn="l" rtl="0">
                        <a:spcBef>
                          <a:spcPts val="0"/>
                        </a:spcBef>
                        <a:spcAft>
                          <a:spcPts val="0"/>
                        </a:spcAft>
                        <a:buNone/>
                      </a:pPr>
                      <a:r>
                        <a:rPr lang="en-US" sz="2000"/>
                        <a:t>(−7,7)</a:t>
                      </a:r>
                      <a:endParaRPr/>
                    </a:p>
                  </a:txBody>
                  <a:tcPr marL="91450" marR="91450" marT="45725" marB="45725" anchor="ctr"/>
                </a:tc>
                <a:tc>
                  <a:txBody>
                    <a:bodyPr/>
                    <a:lstStyle/>
                    <a:p>
                      <a:pPr marL="0" marR="0" lvl="0" indent="0" algn="l" rtl="0">
                        <a:spcBef>
                          <a:spcPts val="0"/>
                        </a:spcBef>
                        <a:spcAft>
                          <a:spcPts val="0"/>
                        </a:spcAft>
                        <a:buNone/>
                      </a:pPr>
                      <a:r>
                        <a:rPr lang="en-US" sz="2000"/>
                        <a:t>(−7,−7)</a:t>
                      </a:r>
                      <a:endParaRPr/>
                    </a:p>
                  </a:txBody>
                  <a:tcPr marL="91450" marR="91450" marT="45725" marB="45725" anchor="ctr"/>
                </a:tc>
                <a:tc>
                  <a:txBody>
                    <a:bodyPr/>
                    <a:lstStyle/>
                    <a:p>
                      <a:pPr marL="0" marR="0" lvl="0" indent="0" algn="l" rtl="0">
                        <a:spcBef>
                          <a:spcPts val="0"/>
                        </a:spcBef>
                        <a:spcAft>
                          <a:spcPts val="0"/>
                        </a:spcAft>
                        <a:buNone/>
                      </a:pPr>
                      <a:r>
                        <a:rPr lang="en-US" sz="2000"/>
                        <a:t>(7,−7)</a:t>
                      </a:r>
                      <a:endParaRPr/>
                    </a:p>
                  </a:txBody>
                  <a:tcPr marL="91450" marR="91450" marT="45725" marB="45725" anchor="ctr"/>
                </a:tc>
                <a:extLst>
                  <a:ext uri="{0D108BD9-81ED-4DB2-BD59-A6C34878D82A}">
                    <a16:rowId xmlns:a16="http://schemas.microsoft.com/office/drawing/2014/main" val="10008"/>
                  </a:ext>
                </a:extLst>
              </a:tr>
            </a:tbl>
          </a:graphicData>
        </a:graphic>
      </p:graphicFrame>
      <p:sp>
        <p:nvSpPr>
          <p:cNvPr id="529" name="Google Shape;529;p26"/>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530" name="Google Shape;530;p2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26</a:t>
            </a:fld>
            <a:endParaRPr sz="900" b="1" u="sng">
              <a:solidFill>
                <a:srgbClr val="898989"/>
              </a:solidFill>
              <a:latin typeface="Arial"/>
              <a:ea typeface="Arial"/>
              <a:cs typeface="Arial"/>
              <a:sym typeface="Arial"/>
            </a:endParaRPr>
          </a:p>
        </p:txBody>
      </p:sp>
      <p:sp>
        <p:nvSpPr>
          <p:cNvPr id="531" name="Google Shape;531;p26"/>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Example</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532" name="Google Shape;532;p26"/>
          <p:cNvPicPr preferRelativeResize="0"/>
          <p:nvPr/>
        </p:nvPicPr>
        <p:blipFill rotWithShape="1">
          <a:blip r:embed="rId3">
            <a:alphaModFix/>
          </a:blip>
          <a:srcRect/>
          <a:stretch/>
        </p:blipFill>
        <p:spPr>
          <a:xfrm>
            <a:off x="8050200" y="151200"/>
            <a:ext cx="1371600" cy="685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27"/>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 </a:t>
            </a:r>
            <a:endParaRPr/>
          </a:p>
        </p:txBody>
      </p:sp>
      <p:pic>
        <p:nvPicPr>
          <p:cNvPr id="538" name="Google Shape;538;p27"/>
          <p:cNvPicPr preferRelativeResize="0">
            <a:picLocks noGrp="1"/>
          </p:cNvPicPr>
          <p:nvPr>
            <p:ph type="body" idx="1"/>
          </p:nvPr>
        </p:nvPicPr>
        <p:blipFill rotWithShape="1">
          <a:blip r:embed="rId3">
            <a:alphaModFix/>
          </a:blip>
          <a:srcRect/>
          <a:stretch/>
        </p:blipFill>
        <p:spPr>
          <a:xfrm>
            <a:off x="1651000" y="836613"/>
            <a:ext cx="5842000" cy="5172075"/>
          </a:xfrm>
          <a:prstGeom prst="rect">
            <a:avLst/>
          </a:prstGeom>
          <a:noFill/>
          <a:ln>
            <a:noFill/>
          </a:ln>
        </p:spPr>
      </p:pic>
      <p:sp>
        <p:nvSpPr>
          <p:cNvPr id="539" name="Google Shape;539;p27"/>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540" name="Google Shape;540;p2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27</a:t>
            </a:fld>
            <a:endParaRPr sz="900" b="1" u="sng">
              <a:solidFill>
                <a:srgbClr val="898989"/>
              </a:solidFill>
              <a:latin typeface="Arial"/>
              <a:ea typeface="Arial"/>
              <a:cs typeface="Arial"/>
              <a:sym typeface="Arial"/>
            </a:endParaRPr>
          </a:p>
        </p:txBody>
      </p:sp>
      <p:sp>
        <p:nvSpPr>
          <p:cNvPr id="541" name="Google Shape;541;p27"/>
          <p:cNvSpPr txBox="1"/>
          <p:nvPr/>
        </p:nvSpPr>
        <p:spPr>
          <a:xfrm>
            <a:off x="175500" y="151200"/>
            <a:ext cx="8113500" cy="685800"/>
          </a:xfrm>
          <a:prstGeom prst="rect">
            <a:avLst/>
          </a:prstGeom>
          <a:solidFill>
            <a:srgbClr val="4285F4"/>
          </a:solid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sz="3300" b="1">
                <a:solidFill>
                  <a:schemeClr val="dk1"/>
                </a:solidFill>
                <a:latin typeface="Calibri"/>
                <a:ea typeface="Calibri"/>
                <a:cs typeface="Calibri"/>
                <a:sym typeface="Calibri"/>
              </a:rPr>
              <a:t>			</a:t>
            </a:r>
            <a:endParaRPr sz="3300" b="1">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r>
              <a:rPr lang="en-US" sz="3300" b="1">
                <a:solidFill>
                  <a:schemeClr val="dk1"/>
                </a:solidFill>
                <a:latin typeface="Times New Roman"/>
                <a:ea typeface="Times New Roman"/>
                <a:cs typeface="Times New Roman"/>
                <a:sym typeface="Times New Roman"/>
              </a:rPr>
              <a:t>Example</a:t>
            </a:r>
            <a:endParaRPr sz="3300">
              <a:solidFill>
                <a:schemeClr val="dk1"/>
              </a:solidFill>
              <a:latin typeface="Calibri"/>
              <a:ea typeface="Calibri"/>
              <a:cs typeface="Calibri"/>
              <a:sym typeface="Calibri"/>
            </a:endParaRPr>
          </a:p>
          <a:p>
            <a:pPr marL="0" lvl="0" indent="0" algn="l" rtl="0">
              <a:lnSpc>
                <a:spcPct val="90000"/>
              </a:lnSpc>
              <a:spcBef>
                <a:spcPts val="0"/>
              </a:spcBef>
              <a:spcAft>
                <a:spcPts val="0"/>
              </a:spcAft>
              <a:buNone/>
            </a:pPr>
            <a:endParaRPr sz="3300" b="1">
              <a:solidFill>
                <a:schemeClr val="dk1"/>
              </a:solidFill>
              <a:latin typeface="Times New Roman"/>
              <a:ea typeface="Times New Roman"/>
              <a:cs typeface="Times New Roman"/>
              <a:sym typeface="Times New Roman"/>
            </a:endParaRPr>
          </a:p>
        </p:txBody>
      </p:sp>
      <p:pic>
        <p:nvPicPr>
          <p:cNvPr id="542" name="Google Shape;542;p27"/>
          <p:cNvPicPr preferRelativeResize="0"/>
          <p:nvPr/>
        </p:nvPicPr>
        <p:blipFill rotWithShape="1">
          <a:blip r:embed="rId4">
            <a:alphaModFix/>
          </a:blip>
          <a:srcRect/>
          <a:stretch/>
        </p:blipFill>
        <p:spPr>
          <a:xfrm>
            <a:off x="8050200" y="151200"/>
            <a:ext cx="1371600" cy="6858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28"/>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 </a:t>
            </a:r>
            <a:endParaRPr/>
          </a:p>
        </p:txBody>
      </p:sp>
      <p:pic>
        <p:nvPicPr>
          <p:cNvPr id="548" name="Google Shape;548;p28"/>
          <p:cNvPicPr preferRelativeResize="0">
            <a:picLocks noGrp="1"/>
          </p:cNvPicPr>
          <p:nvPr>
            <p:ph type="body" idx="1"/>
          </p:nvPr>
        </p:nvPicPr>
        <p:blipFill rotWithShape="1">
          <a:blip r:embed="rId3">
            <a:alphaModFix/>
          </a:blip>
          <a:srcRect/>
          <a:stretch/>
        </p:blipFill>
        <p:spPr>
          <a:xfrm>
            <a:off x="1671638" y="1295400"/>
            <a:ext cx="5800725" cy="4351338"/>
          </a:xfrm>
          <a:prstGeom prst="rect">
            <a:avLst/>
          </a:prstGeom>
          <a:noFill/>
          <a:ln>
            <a:noFill/>
          </a:ln>
        </p:spPr>
      </p:pic>
      <p:pic>
        <p:nvPicPr>
          <p:cNvPr id="549" name="Google Shape;549;p28"/>
          <p:cNvPicPr preferRelativeResize="0"/>
          <p:nvPr/>
        </p:nvPicPr>
        <p:blipFill rotWithShape="1">
          <a:blip r:embed="rId4">
            <a:alphaModFix/>
          </a:blip>
          <a:srcRect/>
          <a:stretch/>
        </p:blipFill>
        <p:spPr>
          <a:xfrm>
            <a:off x="8077200" y="22225"/>
            <a:ext cx="1371600" cy="685800"/>
          </a:xfrm>
          <a:prstGeom prst="rect">
            <a:avLst/>
          </a:prstGeom>
          <a:noFill/>
          <a:ln>
            <a:noFill/>
          </a:ln>
        </p:spPr>
      </p:pic>
      <p:sp>
        <p:nvSpPr>
          <p:cNvPr id="550" name="Google Shape;550;p28"/>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900"/>
              <a:buNone/>
            </a:pPr>
            <a:r>
              <a:rPr lang="en-US" u="none"/>
              <a:t>Department of CSE, Daffodil International University</a:t>
            </a:r>
            <a:endParaRPr u="none"/>
          </a:p>
        </p:txBody>
      </p:sp>
      <p:sp>
        <p:nvSpPr>
          <p:cNvPr id="551" name="Google Shape;551;p2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98989"/>
              </a:buClr>
              <a:buSzPts val="900"/>
              <a:buNone/>
            </a:pPr>
            <a:fld id="{00000000-1234-1234-1234-123412341234}" type="slidenum">
              <a:rPr lang="en-US" sz="900" b="1" u="sng">
                <a:solidFill>
                  <a:srgbClr val="898989"/>
                </a:solidFill>
                <a:latin typeface="Arial"/>
                <a:ea typeface="Arial"/>
                <a:cs typeface="Arial"/>
                <a:sym typeface="Arial"/>
              </a:rPr>
              <a:t>28</a:t>
            </a:fld>
            <a:endParaRPr sz="900" b="1" u="sng">
              <a:solidFill>
                <a:srgbClr val="898989"/>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1471</Words>
  <Application>Microsoft Office PowerPoint</Application>
  <PresentationFormat>On-screen Show (4:3)</PresentationFormat>
  <Paragraphs>285</Paragraphs>
  <Slides>28</Slides>
  <Notes>28</Notes>
  <HiddenSlides>1</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7" baseType="lpstr">
      <vt:lpstr>Times New Roman</vt:lpstr>
      <vt:lpstr>Calibri</vt:lpstr>
      <vt:lpstr>Gulim</vt:lpstr>
      <vt:lpstr>Noto Sans Symbols</vt:lpstr>
      <vt:lpstr>Georgia</vt:lpstr>
      <vt:lpstr>Arial</vt:lpstr>
      <vt:lpstr>Century Gothic</vt:lpstr>
      <vt:lpstr>Office Theme</vt:lpstr>
      <vt:lpstr>Bitmap Image</vt:lpstr>
      <vt:lpstr> Computer Graphics Mid Point Circle drawing Algorithm Lecture-5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Tiva</dc:creator>
  <cp:lastModifiedBy>DIU</cp:lastModifiedBy>
  <cp:revision>1</cp:revision>
  <dcterms:created xsi:type="dcterms:W3CDTF">2007-02-08T23:36:37Z</dcterms:created>
  <dcterms:modified xsi:type="dcterms:W3CDTF">2026-06-14T02:42:38Z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1033-10.2.0.5811</vt:lpwstr>
  </property>
</Properties>
</file>